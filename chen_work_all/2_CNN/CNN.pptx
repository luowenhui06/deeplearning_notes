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9" r:id="rId6"/>
    <p:sldId id="261" r:id="rId7"/>
    <p:sldId id="266" r:id="rId8"/>
    <p:sldId id="267" r:id="rId9"/>
    <p:sldId id="265" r:id="rId10"/>
    <p:sldId id="270" r:id="rId11"/>
    <p:sldId id="268" r:id="rId12"/>
    <p:sldId id="262" r:id="rId13"/>
    <p:sldId id="269" r:id="rId14"/>
    <p:sldId id="271" r:id="rId15"/>
    <p:sldId id="272" r:id="rId16"/>
    <p:sldId id="273" r:id="rId17"/>
    <p:sldId id="274" r:id="rId18"/>
    <p:sldId id="275" r:id="rId19"/>
    <p:sldId id="26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96286" autoAdjust="0"/>
  </p:normalViewPr>
  <p:slideViewPr>
    <p:cSldViewPr snapToGrid="0">
      <p:cViewPr>
        <p:scale>
          <a:sx n="50" d="100"/>
          <a:sy n="50" d="100"/>
        </p:scale>
        <p:origin x="1877" y="28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2026/9/18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11:48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1 24575,'-4'0'0,"0"0"0,0 0 0,0 1 0,0 0 0,0 1 0,0 0 0,0 0 0,0 1 0,0 0 0,1 0 0,-1 1 0,1 0 0,-1 1 0,1 0 0,-1 0 0,1 0 0,0 1 0,0 0 0,1 0 0,-1 0 0,0 1 0,1 0 0,-3 8 0,1 1 0,0 0 0,0 1 0,0 0 0,1 0 0,1 1 0,-1 0 0,-1 30 0,1-4 0,1 0 0,1 48 0,1-67 0,-1-1 0,-1 1 0,-4 40 0,3-40 0,0 0 0,1 0 0,0 37 0,2 15 0,-6 88 0,-14 35 0,13-151 0,2 0 0,0 1 0,-2 91 0,6-106 0,-1-1 0,-5 52 0,4-52 0,0-1 0,0 57 0,2-60 0,-1 0 0,0 0 0,-4 31 0,-3 46 0,-1 204 0,5-137 0,1 11 0,4 557 0,-5-607 0,0-18 0,4 475 0,2-304 0,-6-152 0,0-19 0,6 183 0,-2 73 0,-9-196 0,0 28 0,10-167 0,1-26 0,-1-1 0,0 1 0,0-1 0,-1 1 0,0-1 0,0 0 0,0 1 0,0-1 0,-1 0 0,-3 18 0,-17 48 0,-2-1 0,-36 89 0,55-152 0,3-10 0,0 1 0,0 0 0,1 0 0,-1 1 0,-1 7 0,3-11 0,-1 0 0,1 0 0,0 1 0,0-1 0,0 0 0,0 1 0,-1-1 0,1 0 0,0 1 0,0-1 0,0 1 0,0-1 0,1 0 0,-1 1 0,0-1 0,0 0 0,0 1 0,0-1 0,1 0 0,-1 0 0,0 1 0,0-1 0,1 0 0,-1 0 0,1 0 0,-1 0 0,1 1 0,2 6 0,1-1 0,-1 0 0,1-1 0,0 1 0,0-2 0,8 10 0,28 20 0,-32-31 0,-1 1 0,0 1 0,-1 0 0,1 1 0,0 0 0,-1 2 0,0-1 0,0 2 0,9 17 0,-13-21 0,0 0 0,0 0 0,-1 0 0,1 0 0,-1 0 0,0 0 0,0 1 0,0-1 0,1 11 0,3 66 0,-4-68 0,1 331 0,-3-191 0,1 2204 0,-10-2032 0,1-120 0,9 87 0,-1 5 0,-4-195 0,0 56 0,-1 110 0,2-141 0,-14 201 0,18-323 0,-5 49 0,2 2 0,0 58 0,3 782 0,0-867 0,1 1 0,0-1 0,1 0 0,6 52 0,-3-55 0,1-1 0,0 0 0,15 44 0,-9-36 0,21 48 0,-20-52 0,-10-24 0,1-1 0,-1 1 0,1-2 0,-1 1 0,1-1 0,0 0 0,0-1 0,0 0 0,0 0 0,0-1 0,1 0 0,6 3 0,3-1 0,0-2 0,24 1 0,-10-4-1365,-23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19:24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0 812 24575,'5'-11'0,"0"1"0,0 0 0,1 0 0,8-9 0,6-11 0,29-67 0,4-5 0,-46 90 0,0 1 0,1 1 0,0-1 0,1 1 0,0 1 0,16-13 0,-18 18 0,-1 0 0,1 0 0,0 0 0,0 1 0,1 1 0,-1-1 0,1 1 0,-1 0 0,1 1 0,0-1 0,10 1 0,13 1 0,49 4 0,-22 0 0,854 1 0,-496-7 0,-295 3 0,134-3 0,-250 2 0,0-1 0,-1 0 0,1 1 0,0-1 0,-1-1 0,1 1 0,0-1 0,-1 0 0,0 0 0,1 0 0,-1 0 0,0-1 0,0 0 0,0 0 0,-1 0 0,1 0 0,-1 0 0,0-1 0,0 0 0,0 1 0,0-1 0,0 0 0,-1 0 0,0-1 0,0 1 0,2-7 0,2-8 0,-2-1 0,0 0 0,-1-1 0,-1 1 0,0-21 0,2-24 0,-1 39 0,-3 19 0,0-1 0,0 1 0,1 0 0,0 0 0,1-1 0,0 1 0,0 0 0,0 0 0,1 0 0,0 1 0,0-1 0,5-6 0,-7 12 0,-1 1 0,0-1 0,1 1 0,-1-1 0,0 1 0,1-1 0,-1 1 0,1-1 0,-1 1 0,1 0 0,-1-1 0,1 1 0,0 0 0,-1-1 0,1 1 0,-1 0 0,1 0 0,0-1 0,-1 1 0,1 0 0,-1 0 0,1 0 0,0 0 0,-1 0 0,1 0 0,0 0 0,-1 0 0,1 0 0,0 0 0,-1 0 0,1 0 0,0 1 0,-1-1 0,1 0 0,-1 0 0,1 1 0,0-1 0,-1 0 0,1 1 0,-1-1 0,1 1 0,-1-1 0,1 1 0,-1-1 0,0 1 0,1-1 0,-1 1 0,0-1 0,1 1 0,-1-1 0,1 2 0,1 2 0,0 1 0,-1-1 0,1 1 0,-1 0 0,2 9 0,2 41 0,-3-33 0,0-1 0,1 0 0,1 0 0,1 0 0,15 41 0,-15-52 0,0 1 0,1-1 0,0 0 0,0 0 0,1-1 0,12 13 0,-15-18 0,1 0 0,0 0 0,0-1 0,1 1 0,-1-1 0,1 0 0,-1-1 0,1 1 0,0-1 0,0 0 0,0-1 0,0 1 0,10 0 0,49 2 0,113-7 0,-57-2 0,1275 4 0,-709 2 0,-659 1 0,-1 1 0,45 10 0,-30-4 0,-25-5 0,-1 1 0,31 13 0,-32-12 0,0 0 0,1 0 0,27 4 0,-31-8 0,0 0 0,0 0 0,0 1 0,-1 1 0,1 0 0,-1 0 0,0 1 0,0 1 0,0 0 0,-1 0 0,0 1 0,0 0 0,-1 1 0,1 0 0,-2 0 0,10 12 0,9 12-455,-2 1 0,38 65 0,-50-75-6371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19:42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 24575,'61'-1'0,"73"3"0,-130-2 0,-1 0 0,1 1 0,0-1 0,0 1 0,-1 0 0,1 0 0,0 0 0,-1 1 0,1-1 0,-1 1 0,0 0 0,1 0 0,-1 0 0,0 0 0,0 0 0,0 1 0,-1-1 0,1 1 0,0 0 0,3 6 0,-3-2 0,1-1 0,-2 1 0,1 1 0,-1-1 0,0 0 0,-1 1 0,0-1 0,0 1 0,0 11 0,-4 239 0,0-75 0,3 647 0,2-794 0,10 59 0,2 17 0,-9-52 0,2 1 0,20 78 0,-19-98 0,-2 0 0,2 62 0,-10 87 0,0-66 0,19 278 0,-5-157 0,4 24 0,-5-135 0,-8 197 0,-6-159 0,3 366 0,0-532 0,0 0 0,0 1 0,1-1 0,-1 0 0,1 1 0,1-1 0,-1 0 0,1 0 0,0 0 0,1 0 0,-1 0 0,1 0 0,0-1 0,1 1 0,-1-1 0,1 0 0,0 0 0,0-1 0,1 1 0,-1-1 0,1 0 0,0 0 0,0 0 0,1 0 0,-1-1 0,1 0 0,0 0 0,-1-1 0,1 0 0,11 3 0,315 83 0,-328-87 0,0 1 0,0-1 0,0 1 0,0-1 0,0 1 0,-1 0 0,1 1 0,-1-1 0,0 1 0,1-1 0,-1 1 0,0 0 0,3 5 0,-5-7 0,0 1 0,0 0 0,0 0 0,-1 0 0,1 0 0,-1 0 0,1 0 0,-1 0 0,1 0 0,-1 0 0,0 0 0,0 0 0,0 0 0,0 0 0,-1 0 0,1 0 0,-1 0 0,1 0 0,-1 0 0,1 0 0,-1 0 0,0-1 0,0 1 0,0 0 0,0 0 0,0-1 0,0 1 0,-1-1 0,-1 3 0,-10 9 0,1 0 0,-2-1 0,0 0 0,0-1 0,-28 16 0,-88 39 0,98-51 0,-214 98 0,239-110 0,-1 1 0,1 0 0,0 0 0,0 0 0,1 1 0,-1 0 0,1 0 0,-9 10 0,12-10 0,0-1 0,0 1 0,0 0 0,0 0 0,1 0 0,0 0 0,0 1 0,1-1 0,-1 0 0,1 1 0,0-1 0,1 1 0,-1 7 0,6 200 0,1-40 0,-7 2488 0,-3-2565 0,-18 100 0,16-150 0,-9 105 0,5 176 0,8-279 0,-2-1 0,-18 77 0,11-70 0,-6 83 0,16 34 0,2-87 0,-12 102 0,-52 206 0,56-350 0,2 1 0,2-1 0,4 59 0,0-51 0,-9 96 0,2-109 0,-45 229 0,37-210 0,7-26 0,-1-1 0,-23 57 0,31-85 0,0 0 0,-1 0 0,1 0 0,-1 0 0,1 0 0,-1 0 0,1 0 0,-1 0 0,1 0 0,-1 0 0,0 0 0,0-1 0,1 1 0,-1 0 0,0 0 0,0-1 0,0 1 0,0 0 0,0-1 0,0 1 0,0-1 0,0 1 0,0-1 0,0 0 0,-2 1 0,2-2 0,0 0 0,0 0 0,0 0 0,0-1 0,0 1 0,0 0 0,0 0 0,0-1 0,1 1 0,-1-1 0,1 1 0,-1 0 0,1-1 0,-1 1 0,1-1 0,0 1 0,0-1 0,-1 0 0,1 1 0,1-4 0,-3-57-1365,5-12-5461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19:49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14.6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24575,'15'0'0,"18"0"0,9 0 0,7 0 0,0 0 0,-4 0 0,-4 0 0,-5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16.9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24575,'5'0'0,"11"0"0,17 0 0,8 0 0,2 0 0,-2 0 0,-3 0 0,-3 0 0,-3 0 0,-7 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17.1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24575,'0'5'0,"5"1"0,11 0 0,8-1 0,4-1 0,2-2 0,6 4 0,2 1 0,-1-1 0,-3 3 0</inkml:trace>
  <inkml:trace contextRef="#ctx0" brushRef="#br0" timeOffset="1">28 1157 24575,'5'0'0,"6"0"0,11 0 0,12 0 0,4 0 0,1 0 0,-2 0 0,-2 0 0,3 0 0,-1 0 0,3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17.9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24575,'10'0'0,"7"0"0,11 0 0,15 0 0,5 0 0,-5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25.6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24575,'5'0'0,"6"0"0,6 0 0,5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26.2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24575,'0'4'0,"5"3"0,6-1 0,6-1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26.7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28.0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28.5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24575,'5'5'0,"2"6"0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29.4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29.8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24575,'5'5'0,"6"2"0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30.2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49.4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24575,'23'1'0,"-1"1"0,28 6 0,20 3 0,-43-9 0,28 1 0,0 3 0,93 23 0,-108-20-153,0-2 0,0-2 0,0-2 0,76-3 0,-91 0-447,17-1-6226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50.7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24575,'10'2'0,"0"0"0,0 0 0,0 1 0,-1 1 0,1 0 0,-1 0 0,0 1 0,0 0 0,8 6 0,-1-1 0,1 0 0,0 2 0,-1 0 0,-1 0 0,26 28 0,45 66 0,-34-40 0,-25-33 0,-6-10 0,-1 1 0,-1 2 0,27 48 0,-44-68 0,0-1 0,0 1 0,0 0 0,-1 0 0,0 0 0,0 0 0,-1 0 0,1 0 0,-1 1 0,-1-1 0,1 0 0,-1 0 0,0 0 0,-1 0 0,1 0 0,-1-1 0,0 1 0,-1 0 0,-5 9 0,-5 7 0,-1 0 0,-2-1 0,-23 27 0,19-25 0,-261 306 0,239-281-1365,9-13-5461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52.4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24575,'5'0'0,"11"0"0,12 0 0,21 0 0,12 0 0,19 0 0,6 0 0,7 0 0,-2 0 0,-3 0 0,-1 0 0,-7 0 0,-1 0 0,-11 0 0,-11 0 0,-11 0 0,-8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4:53.7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164 1 24575,'4'0'0,"1"1"0,0 0 0,0 0 0,-1 1 0,1-1 0,-1 1 0,1 0 0,-1 0 0,0 1 0,0-1 0,6 6 0,14 6 0,34 16 0,-2 3 0,-1 2 0,72 59 0,-111-82 0,0-1 0,1-1 0,0 0 0,0-2 0,1 0 0,0 0 0,33 7 0,-20-6 0,42 20 0,-69-27 0,0 0 0,0 0 0,-1 0 0,1 0 0,-1 0 0,0 1 0,0 0 0,0-1 0,0 1 0,0 1 0,0-1 0,-1 0 0,1 0 0,-1 1 0,0 0 0,0-1 0,-1 1 0,1 0 0,1 5 0,-2-3 0,-1 0 0,0 0 0,0 0 0,0-1 0,0 1 0,-1 0 0,0 0 0,0 0 0,-1-1 0,0 1 0,0 0 0,0-1 0,-5 10 0,-15 20 0,0-1 0,-2-1 0,-57 59 0,43-50 0,-130 145 0,-221 265 0,325-367-1365,15-19-5461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9:13.6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24575,'1657'0'-1365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9:14.9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1 248 24575,'4'-4'0,"10"-6"0,21-6 0,12 0 0,28-5 0,11 0 0,20-1 0,10 4 0,7 1 0,-1-2 0,-7 3 0,-7 0 0,-8 2 0,-9 4 0,-11-1 0,-14 2 0,-19 2-8191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9:15.9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12 936 24575,'-4'0'0,"-2"-4"0,5-2 0,11-17 0,4-9 0,8-7 0,18-15 0,36-19 0,18-7 0,16-2 0,5 4 0,18-1 0,8-6 0,-7 8 0,-13 4 0,-23 11 0,-28 10 0,-27 15-8191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9:17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1 118 24575,'0'0'0,"0"1"0,1 0 0,-1-1 0,0 1 0,1-1 0,-1 1 0,1 0 0,-1-1 0,1 1 0,-1-1 0,1 1 0,-1-1 0,1 0 0,-1 1 0,1-1 0,-1 0 0,1 1 0,0-1 0,-1 0 0,1 0 0,0 1 0,-1-1 0,1 0 0,1 0 0,21 5 0,-20-5 0,72 8 0,0-3 0,-1-4 0,1-3 0,89-13 0,-85 3 0,-1-4 0,-1-3 0,82-31 0,-139 44 0,1 1 0,-1 2 0,1 0 0,0 1 0,0 1 0,25 2 0,-19-1 0,1-1 0,43-6 0,-44 2-1365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9:27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24575,'198'-13'0,"18"-1"0,-213 14 0,0 0 0,0 0 0,0 0 0,1 0 0,-1 1 0,0-1 0,0 1 0,0 0 0,0 0 0,0 0 0,0 0 0,0 0 0,0 1 0,0-1 0,-1 1 0,6 4 0,-6-3 0,0 0 0,0 0 0,0 0 0,-1 0 0,1 0 0,-1 1 0,0-1 0,0 1 0,0-1 0,0 1 0,0-1 0,-1 1 0,1-1 0,-2 8 0,2 13 0,-1 1 0,-1-1 0,-2 0 0,-6 30 0,6-43 0,0 1 0,-1-1 0,0 1 0,-1-1 0,-1-1 0,0 1 0,0-1 0,-1 0 0,0 0 0,-12 13 0,8-13 0,-9 10 0,1 1 0,-23 32 0,40-51 0,1 0 0,0 1 0,-1-1 0,1 1 0,0-1 0,0 1 0,1-1 0,-1 1 0,0-1 0,1 1 0,0 0 0,-1 0 0,1-1 0,0 1 0,0 0 0,1-1 0,-1 1 0,1 0 0,-1-1 0,1 1 0,0-1 0,0 1 0,0-1 0,0 1 0,0-1 0,1 1 0,-1-1 0,1 0 0,-1 0 0,1 0 0,0 0 0,0 0 0,3 2 0,7 6 0,0-1 0,1 0 0,0-1 0,23 10 0,-25-12 0,240 114 0,-250-120 0,1 1 0,0 0 0,-1 0 0,1 0 0,0 0 0,-1 0 0,1 0 0,-1 0 0,0 0 0,1 1 0,-1-1 0,0 0 0,0 1 0,0-1 0,0 1 0,0-1 0,0 1 0,0 0 0,0-1 0,-1 1 0,1 0 0,0 3 0,-1-2 0,0-1 0,-1 0 0,1 0 0,-1 1 0,0-1 0,1 0 0,-1 0 0,0 0 0,0 0 0,0 0 0,-1 0 0,1 0 0,0 0 0,-1-1 0,-3 4 0,-7 5 0,0 0 0,-1-1 0,0 0 0,-16 8 0,27-16 0,-49 24 0,33-16 0,0 0 0,0 1 0,-25 19 0,38-25 0,1 0 0,-1 0 0,1 1 0,0-1 0,0 1 0,1 0 0,-1 0 0,1 0 0,0 1 0,1-1 0,-1 1 0,1-1 0,0 1 0,1 0 0,-1 0 0,0 8 0,1 15 0,0 0 0,3 0 0,0-1 0,10 47 0,-5-34 0,3 52 0,-8-62 0,8 38 0,-5-39 0,3 45 0,-7-30 0,1 5 0,-2 1 0,-8 58 0,5-96-91,0 0 0,-1-1 0,0 0 0,-1 1 0,-1-2 0,0 1 0,0-1 0,-1 0 0,0 0 0,-1-1 0,0 0 0,-1 0 0,0-1 0,-18 14 0,3-4-6735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29:35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27 976 24575,'-3'-3'0,"1"-1"0,-1 0 0,1 0 0,0 0 0,0 0 0,0 0 0,0 0 0,1 0 0,0-1 0,-1 1 0,2 0 0,-2-8 0,0-59 0,2 52 0,-1-31 0,3-104 0,-1 149 0,0 0 0,0 0 0,0 0 0,1 1 0,0-1 0,0 0 0,0 1 0,0-1 0,1 1 0,-1-1 0,1 1 0,0 0 0,0 0 0,1 1 0,-1-1 0,1 1 0,0 0 0,0-1 0,0 2 0,0-1 0,1 0 0,-1 1 0,1 0 0,-1 0 0,7-2 0,11-3 0,1 1 0,0 1 0,0 1 0,25-1 0,-42 5 0,290-5 0,-160 8 0,1503-3 0,-1635 0 0,1 0 0,-1 1 0,0-2 0,1 1 0,-1 0 0,0-1 0,0 0 0,1 0 0,-1 0 0,0 0 0,0-1 0,0 1 0,0-1 0,-1 0 0,1-1 0,0 1 0,-1 0 0,1-1 0,-1 0 0,0 0 0,0 0 0,0 0 0,0-1 0,-1 1 0,0-1 0,1 1 0,-1-1 0,0 0 0,0 0 0,-1 0 0,2-5 0,12-29 0,-4 13 0,-2-1 0,10-40 0,-13 42 0,2 0 0,16-36 0,-13 35 0,13-46 0,-23 63 0,1 1 0,1 0 0,-1 0 0,6-9 0,-8 15 0,1 0 0,-1 0 0,0 0 0,1 0 0,-1 0 0,1 1 0,0-1 0,-1 0 0,1 0 0,0 0 0,-1 1 0,1-1 0,0 0 0,0 1 0,0-1 0,-1 1 0,1-1 0,0 1 0,0-1 0,0 1 0,0 0 0,0-1 0,0 1 0,0 0 0,0 0 0,0 0 0,0 0 0,0 0 0,0 0 0,0 0 0,0 0 0,0 0 0,0 0 0,0 0 0,0 1 0,0-1 0,0 0 0,0 1 0,0-1 0,0 1 0,0-1 0,1 2 0,5 3 0,-1 1 0,0 1 0,0-1 0,0 1 0,-1 0 0,0 0 0,0 1 0,5 11 0,27 70 0,-28-66 0,-1 0 0,-2-8 0,-1 0 0,2 0 0,15 26 0,-19-37 0,0 0 0,0-1 0,0 1 0,1-1 0,-1 1 0,1-1 0,0 0 0,0 0 0,0-1 0,0 1 0,0-1 0,0 0 0,1 0 0,-1 0 0,1-1 0,0 0 0,6 2 0,15-1 0,0-1 0,1-1 0,32-5 0,11 1 0,952 1 0,-526 5 0,414-2 0,-902 0 0,1 0 0,-1 1 0,0 0 0,0 1 0,0-1 0,0 1 0,-1 1 0,1 0 0,0 0 0,-1 0 0,14 9 0,-17-9 0,1 1 0,-1 0 0,0 0 0,0 0 0,0 0 0,0 0 0,-1 1 0,0 0 0,0 0 0,0 0 0,-1 0 0,1 0 0,-1 0 0,-1 1 0,1-1 0,-1 1 0,2 10 0,-1 15-34,-3 53-1,-1-45-1261,2-17-5530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32:02.89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24575,'5'0'0,"11"0"0,12 0 0,21 0 0,12 0 0,19 0 0,6 0 0,7 0 0,-2 0 0,-3 0 0,-1 0 0,-7 0 0,-1 0 0,-11 0 0,-11 0 0,-11 0 0,-8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32:02.8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164 1 24575,'4'0'0,"1"1"0,0 0 0,0 0 0,-1 1 0,1-1 0,-1 1 0,1 0 0,-1 0 0,0 1 0,0-1 0,6 6 0,14 6 0,34 16 0,-2 3 0,-1 2 0,72 59 0,-111-82 0,0-1 0,1-1 0,0 0 0,0-2 0,1 0 0,0 0 0,33 7 0,-20-6 0,42 20 0,-69-27 0,0 0 0,0 0 0,-1 0 0,1 0 0,-1 0 0,0 1 0,0 0 0,0-1 0,0 1 0,0 1 0,0-1 0,-1 0 0,1 0 0,-1 1 0,0 0 0,0-1 0,-1 1 0,1 0 0,1 5 0,-2-3 0,-1 0 0,0 0 0,0 0 0,0-1 0,0 1 0,-1 0 0,0 0 0,0 0 0,-1-1 0,0 1 0,0 0 0,0-1 0,-5 10 0,-15 20 0,0-1 0,-2-1 0,-57 59 0,43-50 0,-130 145 0,-221 265 0,325-367-1365,15-19-5461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32:10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32:12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41:36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24575,'0'13'0,"0"17"0,0 13 0,0 11 0,0 10 0,0 11 0,0 1 0,0 1 0,0 1 0,0-5 0,0 2 0,0 2 0,0 1 0,0-5 0,0-14-8191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2:41:37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1 186 24575,'29'0'0,"1"1"0,-1 2 0,49 10 0,-61-8 0,-1 0 0,1 1 0,-1 1 0,-1 0 0,1 1 0,-1 1 0,22 16 0,2 9 0,-2 2 0,-1 1 0,46 64 0,13 12 0,-92-109 0,1 0 0,0 0 0,0-1 0,1 1 0,-1-1 0,1 0 0,-1 0 0,1-1 0,0 1 0,0-1 0,0 0 0,0-1 0,1 1 0,-1-1 0,0 0 0,1 0 0,-1-1 0,1 1 0,-1-1 0,1 0 0,-1-1 0,1 1 0,-1-1 0,0 0 0,1-1 0,-1 1 0,0-1 0,0 0 0,7-4 0,11-6 0,-1-1 0,-1-2 0,0 0 0,36-33 0,74-80-409,134-169-1,-234 262-136,20-25-6280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12:24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 24575,'-1'0'0,"0"1"0,0-1 0,0 1 0,0-1 0,0 1 0,0-1 0,0 1 0,0 0 0,0 0 0,0-1 0,0 1 0,0 0 0,0 0 0,1 0 0,-1 0 0,0 0 0,1 0 0,-1 0 0,1 0 0,-1 0 0,1 1 0,-1-1 0,1 0 0,0 0 0,0 0 0,-1 0 0,1 3 0,-4 37 0,3-36 0,-15 152 0,11-132-195,2 0 0,0 0 0,2 0 0,1 0 0,1 1 0,4 26 0,1-30-6631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12:56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3 24575,'89'-1'0,"-18"-1"0,84 9 0,-150-6 0,0-1 0,1 1 0,-1 0 0,0 0 0,0 1 0,1 0 0,-1 0 0,0 0 0,-1 0 0,1 1 0,0 0 0,-1 0 0,0 0 0,5 4 0,-6-3 0,0-1 0,-1 1 0,0 0 0,0 0 0,0 0 0,0 0 0,0 0 0,-1 0 0,0 1 0,0-1 0,0 0 0,0 1 0,-1-1 0,0 1 0,0-1 0,0 0 0,-1 8 0,0-5 0,0 0 0,-1 0 0,0 0 0,0 0 0,-1 0 0,0-1 0,0 1 0,0-1 0,-1 1 0,0-1 0,0 0 0,-1-1 0,1 1 0,-1-1 0,0 0 0,-1 0 0,1-1 0,-8 5 0,-13 8 0,-1-1 0,0-1 0,-31 11 0,-7 4 0,41-19 0,-33 11 0,39-16 0,0 0 0,1 1 0,1 1 0,-21 13 0,36-21 0,1 1 0,-1-1 0,1 0 0,-1 0 0,1 1 0,-1-1 0,1 0 0,-1 1 0,1-1 0,-1 0 0,1 1 0,0-1 0,-1 0 0,1 1 0,0-1 0,-1 1 0,1-1 0,0 1 0,0-1 0,-1 1 0,1-1 0,0 1 0,0-1 0,0 1 0,0-1 0,-1 1 0,1-1 0,0 1 0,0 0 0,0-1 0,0 1 0,0-1 0,1 1 0,-1-1 0,0 2 0,1-1 0,0 0 0,1 0 0,-1 0 0,0 0 0,0-1 0,1 1 0,-1 0 0,1-1 0,-1 1 0,1-1 0,-1 1 0,3 0 0,51 6 0,-54-7 0,304 2-4,-185-4-1357,-86 2-5465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13:52.00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13:53.95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14:01.04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15:05.72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15:21.92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15:25.45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5:11:35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5:11:35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17:44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24575,'0'-6'0,"0"-14"0,12-3 0,21 2 0,12 4 0,9 6 0,2 4 0,-3 4 0,-4 2 0,-11 1-8191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17:44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 24575,'18'0'0,"23"0"0,17 0 0,16 0 0,14 0 0,20-6 0,35-14 0,15-3 0,-6 2 0,-18 5 0,-26 4 0,-30 6-8191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17:46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24575,'1'1'0,"-1"0"0,0-1 0,0 1 0,0 0 0,1 0 0,-1-1 0,0 1 0,1 0 0,-1-1 0,1 1 0,-1-1 0,1 1 0,-1 0 0,1-1 0,-1 1 0,1-1 0,0 0 0,-1 1 0,1-1 0,0 1 0,-1-1 0,1 0 0,0 1 0,-1-1 0,2 0 0,21 6 0,-19-5 0,44 7 0,0-2 0,0-3 0,0-1 0,66-7 0,-12-12 0,-68 10 0,44-3 0,-52 7-682,50-10-1,-47 6-6143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17:47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24575,'15'1'0,"-1"0"0,0 1 0,0 1 0,0 1 0,-1 0 0,1 0 0,-1 1 0,0 1 0,0 1 0,14 8 0,16 14 0,55 46 0,-88-66 0,122 106 0,31-1 0,-47-36 0,-111-75 0,0 0 0,-1 1 0,0 0 0,1 0 0,-1 0 0,-1 0 0,1 1 0,-1-1 0,1 1 0,-1 0 0,-1 0 0,1 0 0,-1 0 0,0 1 0,0-1 0,0 1 0,1 8 0,-3-7 0,0-1 0,0 1 0,-1-1 0,0 1 0,0 0 0,-1-1 0,0 0 0,0 1 0,0-1 0,-1 0 0,0 0 0,0 0 0,0 0 0,-1-1 0,-5 7 0,-43 49 0,-2-2 0,-116 96 0,-21 21 0,26 15-1365,141-165-5461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19:13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20:33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23:04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24575,'0'4'0,"0"11"0,0 23 0,0 11 0,0 13 0,0 14 0,0 3 0,0 17 0,0 2 0,0-3 0,0 0 0,0-8 0,0-10 0,0-6 0,0-9 0,0-8 0,0-12-8191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23:05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24575,'5'0'0,"0"1"0,-1-1 0,1 1 0,-1 0 0,0 1 0,1-1 0,-1 1 0,0 0 0,0 0 0,0 0 0,0 0 0,6 5 0,42 42 0,-34-31 0,70 72 0,-21-19 0,85 66 0,-128-115 0,17 11 0,-38-31 0,0 0 0,0-1 0,0 1 0,0-1 0,0 0 0,0 0 0,1 0 0,-1 0 0,0-1 0,1 1 0,-1-1 0,0 0 0,5 0 0,1-2 0,-1 0 0,1 0 0,-1 0 0,0-1 0,0-1 0,0 1 0,0-1 0,-1-1 0,1 1 0,8-8 0,10-9 0,30-33 0,-52 50 0,152-182-1365,-89 96-5461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23:05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24575,'0'-4'0,"5"-6"0,0-1-8191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28:07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24575,'0'-6'0,"0"-14"0,12-3 0,21 2 0,12 4 0,9 6 0,2 4 0,-3 4 0,-4 2 0,-11 1-8191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28:07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 24575,'18'0'0,"23"0"0,17 0 0,16 0 0,14 0 0,20-6 0,35-14 0,15-3 0,-6 2 0,-18 5 0,-26 4 0,-30 6-8191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28:07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24575,'1'1'0,"-1"0"0,0-1 0,0 1 0,0 0 0,1 0 0,-1-1 0,0 1 0,1 0 0,-1-1 0,1 1 0,-1-1 0,1 1 0,-1 0 0,1-1 0,-1 1 0,1-1 0,0 0 0,-1 1 0,1-1 0,0 1 0,-1-1 0,1 0 0,0 1 0,-1-1 0,2 0 0,21 6 0,-19-5 0,44 7 0,0-2 0,0-3 0,0-1 0,66-7 0,-12-12 0,-68 10 0,44-3 0,-52 7-682,50-10-1,-47 6-6143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28:07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24575,'15'1'0,"-1"0"0,0 1 0,0 1 0,0 1 0,-1 0 0,1 0 0,-1 1 0,0 1 0,0 1 0,14 8 0,16 14 0,55 46 0,-88-66 0,122 106 0,31-1 0,-47-36 0,-111-75 0,0 0 0,-1 1 0,0 0 0,1 0 0,-1 0 0,-1 0 0,1 1 0,-1-1 0,1 1 0,-1 0 0,-1 0 0,1 0 0,-1 0 0,0 1 0,0-1 0,0 1 0,1 8 0,-3-7 0,0-1 0,0 1 0,-1-1 0,0 1 0,0 0 0,-1-1 0,0 0 0,0 1 0,0-1 0,-1 0 0,0 0 0,0 0 0,0 0 0,-1-1 0,-5 7 0,-43 49 0,-2-2 0,-116 96 0,-21 21 0,26 15-1365,141-165-5461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30:11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24575,'4'-5'0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30:12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30:12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34:38.7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41:26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1 24575,'-250'0'0,"248"-1"0,0 1 0,-1 0 0,1 1 0,0-1 0,-1 0 0,1 1 0,0-1 0,0 1 0,-1 0 0,1 0 0,0 0 0,0 0 0,0 0 0,0 0 0,-2 2 0,2-1 0,0 0 0,1 0 0,-1 0 0,1 0 0,0 0 0,0 0 0,0 0 0,0 1 0,0-1 0,0 0 0,1 1 0,-1-1 0,1 1 0,-1 2 0,0 6 0,0-1 0,1 0 0,0 0 0,1 0 0,0 0 0,1 0 0,0 0 0,0 0 0,1 0 0,5 10 0,-2-6 0,1-1 0,1 1 0,1-1 0,0 0 0,19 20 0,-3-6 0,2-1 0,1-1 0,1-2 0,48 29 0,-76-51 0,0 0 0,0-1 0,1 1 0,-1 0 0,0 0 0,0 0 0,0 0 0,0 0 0,0 0 0,0 0 0,0 1 0,0-1 0,1 3 0,-2-4 0,0 1 0,0 0 0,0 0 0,0-1 0,-1 1 0,1 0 0,0 0 0,0-1 0,-1 1 0,1 0 0,0 0 0,-1-1 0,1 1 0,-1 0 0,1-1 0,0 1 0,-1-1 0,0 1 0,1-1 0,-1 1 0,1-1 0,-1 1 0,0-1 0,1 1 0,-1-1 0,0 0 0,1 1 0,-1-1 0,-1 0 0,-16 8 0,0 0 0,-32 8 0,-2 0 0,46-14 0,0 1 0,0-1 0,0 1 0,0 0 0,0 1 0,-6 4 0,10-7 0,1 1 0,-1 0 0,1 0 0,-1-1 0,1 1 0,0 0 0,0 0 0,0 0 0,0 0 0,0 0 0,0 0 0,0 1 0,1-1 0,-1 0 0,1 0 0,0 1 0,0-1 0,-1 0 0,2 0 0,-1 1 0,0 3 0,4 12 0,0 0 0,1 0 0,14 34 0,7 22 0,14 132 0,-38-194 0,5 26 0,0 3 0,5 76 0,-12-79 0,4 78 0,6 266 0,-12-249 0,2-125 0,-8 187 0,-63 294 0,69-477 0,-45 250 0,13-36 0,33-222 0,1 1 0,0-1 0,0 1 0,0 0 0,1-1 0,-1 1 0,1-1 0,0 1 0,0-1 0,3 6 0,-3-8 0,0 0 0,0 0 0,1 0 0,-1 0 0,1 0 0,-1 0 0,1 0 0,0 0 0,0-1 0,0 1 0,0-1 0,0 0 0,0 1 0,0-1 0,0 0 0,0 0 0,1 0 0,-1 0 0,0-1 0,1 1 0,2 0 0,8 0-171,0 0-1,24-1 1,-28-1-680,8 1-5975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43:39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1 181 24575,'193'226'0,"-191"-223"0,1 1 0,0-1 0,0 0 0,0 0 0,0 0 0,1 0 0,-1-1 0,1 1 0,-1-1 0,1 0 0,0 0 0,0 0 0,7 2 0,-9-4 0,1 0 0,-1 1 0,1-1 0,0-1 0,-1 1 0,1 0 0,-1-1 0,1 1 0,-1-1 0,1 0 0,-1 1 0,1-1 0,-1-1 0,0 1 0,1 0 0,-1 0 0,0-1 0,0 1 0,0-1 0,0 0 0,0 0 0,0 0 0,2-3 0,6-8 0,0 0 0,-1-1 0,0 0 0,-1-1 0,0 0 0,7-23 0,21-96 0,-32 118 0,-1 1-170,1 1-1,1 0 0,1 0 1,-1 0-1,2 1 0,0 0 1,14-20-1,-7 15-6655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44:40.7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24575,'0'9'0,"0"11"0,0 15 0,0 7 0,0 8 0,0 5 0,0 1 0,0 5 0,0 4 0,0-4 0,0 0 0,0-1 0,0-7 0,0-8 0,0-7 0,0-6 0,0-4 0,0-7-8191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6:44:42.5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 0 24575,'0'801'0,"-13"-638"95,3-75-1555,8-60-5366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7:04:06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7:04:35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 24575,'8'-6'0,"0"1"0,1 0 0,-1 1 0,1-1 0,0 2 0,1-1 0,-1 1 0,14-2 0,16-2 0,1 2 0,0 2 0,0 1 0,52 6 0,3-2 0,1019-2-1365,-1090 0-5461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7:04:42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24575,'9'0'0,"-1"1"0,1 0 0,0 0 0,0 1 0,-1 1 0,1-1 0,-1 1 0,0 1 0,0 0 0,0 0 0,0 0 0,-1 1 0,14 10 0,2 7 0,0 0 0,31 41 0,7 5 0,-23-30 0,166 182 0,-143-149 0,-36-44 0,38 54 0,-34-39 0,-18-28 0,0 1 0,-1 0 0,-1 1 0,13 31 0,-20-42 0,-1 0 0,0 1 0,0-1 0,0 1 0,0 0 0,-1-1 0,0 1 0,0-1 0,0 1 0,-1 0 0,0-1 0,0 1 0,-1-1 0,1 1 0,-1-1 0,0 0 0,0 0 0,-1 0 0,0 0 0,-3 5 0,-11 12 0,-1 0 0,-1-2 0,-33 29 0,-12 13 0,-33 32 0,55-56 0,-39 47 0,70-69 0,1-1 0,0 2 0,1 0 0,-10 26 0,11-24 0,-1 0 0,-1-1 0,-15 23 0,-52 72 0,-6 6 0,22-39-1365,40-48-5461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7:07:20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27 193 24575,'0'-4'0,"-5"-6"0,0-6 0,-1-12 0,2-7 0,1-1 0,1 1 0,1 7-8191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7:07:20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7:12:06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1628 24575,'70'-73'0,"-32"31"0,58-49 0,307-204 0,-161 146 0,-27 17 0,-181 109 0,202-143 0,-176 122 0,2 3 0,2 2 0,1 3 0,2 3 0,101-34 0,365-83 0,-245 78 0,-204 49 0,-4 3 0,84-34 0,-141 46 0,0 2 0,1 1 0,-1 1 0,1 1 0,0 0 0,28 2 0,-17 1 0,60-11 0,7-4-455,0 3 0,136 3 0,-175 9-6371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7:12:08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568 1 24575,'10'6'0,"-1"0"0,-1 1 0,1 0 0,-1 1 0,0 0 0,-1 0 0,11 15 0,-4-5 0,38 51 0,-3 2 0,-3 2 0,-3 3 0,49 119 0,-89-190 0,-1-1 0,-1 1 0,1 0 0,-1-1 0,0 1 0,0 0 0,0 0 0,0 0 0,-1 0 0,0 0 0,0 6 0,-1-8 0,0 0 0,0 0 0,0 0 0,-1 0 0,1-1 0,-1 1 0,1-1 0,-1 1 0,0-1 0,0 1 0,0-1 0,0 0 0,0 0 0,-1 0 0,1 0 0,-1 0 0,1-1 0,-1 1 0,0-1 0,-3 2 0,-25 10 0,-1-1 0,0-2 0,-1-1 0,-38 5 0,2 1 0,-58 14 0,0 6 0,-207 89 0,301-107-1365,13-4-5461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0:19:37.8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677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774992"/>
            <a:ext cx="10858500" cy="1371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altLang="zh-CN" dirty="0"/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3584885"/>
            <a:ext cx="10858500" cy="18288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260850" y="5448368"/>
            <a:ext cx="3657600" cy="27432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4260850" y="5807230"/>
            <a:ext cx="3657600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www.officeplus.cn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407035" y="382270"/>
            <a:ext cx="11377930" cy="6093460"/>
            <a:chOff x="641" y="602"/>
            <a:chExt cx="17918" cy="9596"/>
          </a:xfrm>
        </p:grpSpPr>
        <p:sp>
          <p:nvSpPr>
            <p:cNvPr id="7" name="矩形 6"/>
            <p:cNvSpPr/>
            <p:nvPr/>
          </p:nvSpPr>
          <p:spPr>
            <a:xfrm>
              <a:off x="642" y="602"/>
              <a:ext cx="17916" cy="959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8" name="任意多边形 4"/>
            <p:cNvSpPr/>
            <p:nvPr/>
          </p:nvSpPr>
          <p:spPr>
            <a:xfrm>
              <a:off x="15166" y="602"/>
              <a:ext cx="3392" cy="1632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9" name="任意多边形 5"/>
            <p:cNvSpPr/>
            <p:nvPr/>
          </p:nvSpPr>
          <p:spPr>
            <a:xfrm rot="10800000">
              <a:off x="642" y="9066"/>
              <a:ext cx="3420" cy="1131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0" name="任意多边形 6"/>
            <p:cNvSpPr/>
            <p:nvPr/>
          </p:nvSpPr>
          <p:spPr>
            <a:xfrm rot="16200000">
              <a:off x="89" y="1154"/>
              <a:ext cx="2130" cy="1025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1" name="任意多边形 7"/>
            <p:cNvSpPr/>
            <p:nvPr/>
          </p:nvSpPr>
          <p:spPr>
            <a:xfrm rot="5400000">
              <a:off x="16719" y="8358"/>
              <a:ext cx="2185" cy="1495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2927350" y="3331210"/>
            <a:ext cx="6338570" cy="0"/>
            <a:chOff x="4610" y="5246"/>
            <a:chExt cx="9982" cy="0"/>
          </a:xfrm>
        </p:grpSpPr>
        <p:cxnSp>
          <p:nvCxnSpPr>
            <p:cNvPr id="13" name="直接连接符 9"/>
            <p:cNvCxnSpPr/>
            <p:nvPr/>
          </p:nvCxnSpPr>
          <p:spPr>
            <a:xfrm>
              <a:off x="4610" y="5246"/>
              <a:ext cx="9982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0"/>
            <p:cNvCxnSpPr/>
            <p:nvPr/>
          </p:nvCxnSpPr>
          <p:spPr>
            <a:xfrm>
              <a:off x="8387" y="5246"/>
              <a:ext cx="2428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399" y="1500187"/>
            <a:ext cx="2836562" cy="915667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altLang="zh-CN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586748" y="1225230"/>
            <a:ext cx="2983865" cy="1465580"/>
            <a:chOff x="642" y="601"/>
            <a:chExt cx="17916" cy="9596"/>
          </a:xfrm>
        </p:grpSpPr>
        <p:sp>
          <p:nvSpPr>
            <p:cNvPr id="11" name="矩形 10"/>
            <p:cNvSpPr/>
            <p:nvPr/>
          </p:nvSpPr>
          <p:spPr>
            <a:xfrm>
              <a:off x="642" y="602"/>
              <a:ext cx="17916" cy="959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2" name="任意多边形 4"/>
            <p:cNvSpPr/>
            <p:nvPr/>
          </p:nvSpPr>
          <p:spPr>
            <a:xfrm>
              <a:off x="15166" y="602"/>
              <a:ext cx="3392" cy="1632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3" name="任意多边形 5"/>
            <p:cNvSpPr/>
            <p:nvPr/>
          </p:nvSpPr>
          <p:spPr>
            <a:xfrm rot="10800000">
              <a:off x="642" y="9066"/>
              <a:ext cx="3420" cy="1131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4" name="任意多边形 6"/>
            <p:cNvSpPr/>
            <p:nvPr/>
          </p:nvSpPr>
          <p:spPr>
            <a:xfrm rot="16200000">
              <a:off x="89" y="1154"/>
              <a:ext cx="2130" cy="1025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5" name="任意多边形 7"/>
            <p:cNvSpPr/>
            <p:nvPr/>
          </p:nvSpPr>
          <p:spPr>
            <a:xfrm rot="5400000">
              <a:off x="16719" y="8358"/>
              <a:ext cx="2185" cy="1495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2052335"/>
            <a:ext cx="10858500" cy="1371600"/>
          </a:xfrm>
        </p:spPr>
        <p:txBody>
          <a:bodyPr anchor="b">
            <a:normAutofit/>
          </a:bodyPr>
          <a:lstStyle>
            <a:lvl1pPr algn="ctr">
              <a:defRPr sz="5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0400" y="3492500"/>
            <a:ext cx="10858500" cy="274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941195" y="1509395"/>
            <a:ext cx="8308975" cy="3838575"/>
            <a:chOff x="642" y="601"/>
            <a:chExt cx="17916" cy="9596"/>
          </a:xfrm>
        </p:grpSpPr>
        <p:sp>
          <p:nvSpPr>
            <p:cNvPr id="8" name="矩形 7"/>
            <p:cNvSpPr/>
            <p:nvPr/>
          </p:nvSpPr>
          <p:spPr>
            <a:xfrm>
              <a:off x="642" y="602"/>
              <a:ext cx="17916" cy="959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9" name="任意多边形 4"/>
            <p:cNvSpPr/>
            <p:nvPr/>
          </p:nvSpPr>
          <p:spPr>
            <a:xfrm>
              <a:off x="15166" y="602"/>
              <a:ext cx="3392" cy="1632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0" name="任意多边形 5"/>
            <p:cNvSpPr/>
            <p:nvPr/>
          </p:nvSpPr>
          <p:spPr>
            <a:xfrm rot="10800000">
              <a:off x="642" y="9066"/>
              <a:ext cx="3420" cy="1131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1" name="任意多边形 6"/>
            <p:cNvSpPr/>
            <p:nvPr/>
          </p:nvSpPr>
          <p:spPr>
            <a:xfrm rot="16200000">
              <a:off x="89" y="1154"/>
              <a:ext cx="2130" cy="1025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2" name="任意多边形 7"/>
            <p:cNvSpPr/>
            <p:nvPr/>
          </p:nvSpPr>
          <p:spPr>
            <a:xfrm rot="5400000">
              <a:off x="16719" y="8358"/>
              <a:ext cx="2185" cy="1495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6617335"/>
            <a:ext cx="12192000" cy="2406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635" y="0"/>
            <a:ext cx="12192000" cy="2406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2418289"/>
            <a:ext cx="10858500" cy="1371600"/>
          </a:xfrm>
        </p:spPr>
        <p:txBody>
          <a:bodyPr anchor="ctr">
            <a:noAutofit/>
          </a:bodyPr>
          <a:lstStyle>
            <a:lvl1pPr algn="ctr">
              <a:defRPr sz="5400"/>
            </a:lvl1pPr>
          </a:lstStyle>
          <a:p>
            <a:r>
              <a:rPr lang="en-US" altLang="zh-CN" dirty="0"/>
              <a:t>Click to add title</a:t>
            </a:r>
            <a:endParaRPr 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260850" y="5448368"/>
            <a:ext cx="3657600" cy="27432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4260850" y="5807230"/>
            <a:ext cx="3657600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www.officeplus.cn</a:t>
            </a: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07670" y="382270"/>
            <a:ext cx="11376660" cy="6093460"/>
            <a:chOff x="642" y="601"/>
            <a:chExt cx="17916" cy="9596"/>
          </a:xfrm>
        </p:grpSpPr>
        <p:sp>
          <p:nvSpPr>
            <p:cNvPr id="5" name="矩形 4"/>
            <p:cNvSpPr/>
            <p:nvPr/>
          </p:nvSpPr>
          <p:spPr>
            <a:xfrm>
              <a:off x="642" y="602"/>
              <a:ext cx="17916" cy="959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7" name="任意多边形 4"/>
            <p:cNvSpPr/>
            <p:nvPr/>
          </p:nvSpPr>
          <p:spPr>
            <a:xfrm>
              <a:off x="15166" y="602"/>
              <a:ext cx="3392" cy="1632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 rot="10800000">
              <a:off x="642" y="9066"/>
              <a:ext cx="3420" cy="1131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 rot="16200000">
              <a:off x="89" y="1154"/>
              <a:ext cx="2130" cy="1025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0" name="任意多边形 7"/>
            <p:cNvSpPr/>
            <p:nvPr/>
          </p:nvSpPr>
          <p:spPr>
            <a:xfrm rot="5400000">
              <a:off x="16719" y="8358"/>
              <a:ext cx="2185" cy="1495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2927350" y="3741795"/>
            <a:ext cx="6338570" cy="0"/>
            <a:chOff x="4610" y="5246"/>
            <a:chExt cx="9982" cy="0"/>
          </a:xfrm>
        </p:grpSpPr>
        <p:cxnSp>
          <p:nvCxnSpPr>
            <p:cNvPr id="12" name="直接连接符 9"/>
            <p:cNvCxnSpPr/>
            <p:nvPr/>
          </p:nvCxnSpPr>
          <p:spPr>
            <a:xfrm>
              <a:off x="4610" y="5246"/>
              <a:ext cx="9982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0"/>
            <p:cNvCxnSpPr/>
            <p:nvPr/>
          </p:nvCxnSpPr>
          <p:spPr>
            <a:xfrm>
              <a:off x="8387" y="5246"/>
              <a:ext cx="2428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>
            <a:off x="245745" y="191135"/>
            <a:ext cx="11701145" cy="6475730"/>
            <a:chOff x="642" y="601"/>
            <a:chExt cx="17916" cy="9596"/>
          </a:xfrm>
        </p:grpSpPr>
        <p:sp>
          <p:nvSpPr>
            <p:cNvPr id="14" name="矩形 13"/>
            <p:cNvSpPr/>
            <p:nvPr/>
          </p:nvSpPr>
          <p:spPr>
            <a:xfrm>
              <a:off x="642" y="602"/>
              <a:ext cx="17916" cy="959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5" name="任意多边形 4"/>
            <p:cNvSpPr/>
            <p:nvPr/>
          </p:nvSpPr>
          <p:spPr>
            <a:xfrm>
              <a:off x="15166" y="602"/>
              <a:ext cx="3392" cy="1632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6" name="任意多边形 5"/>
            <p:cNvSpPr/>
            <p:nvPr/>
          </p:nvSpPr>
          <p:spPr>
            <a:xfrm rot="10800000">
              <a:off x="642" y="9066"/>
              <a:ext cx="3420" cy="1131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7" name="任意多边形 6"/>
            <p:cNvSpPr/>
            <p:nvPr/>
          </p:nvSpPr>
          <p:spPr>
            <a:xfrm rot="16200000">
              <a:off x="89" y="1154"/>
              <a:ext cx="2130" cy="1025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8" name="任意多边形 7"/>
            <p:cNvSpPr/>
            <p:nvPr/>
          </p:nvSpPr>
          <p:spPr>
            <a:xfrm rot="5400000">
              <a:off x="16719" y="8358"/>
              <a:ext cx="2185" cy="1495"/>
            </a:xfrm>
            <a:custGeom>
              <a:avLst/>
              <a:gdLst>
                <a:gd name="connsiteX0" fmla="*/ 0 w 4424"/>
                <a:gd name="connsiteY0" fmla="*/ 0 h 2129"/>
                <a:gd name="connsiteX1" fmla="*/ 4424 w 4424"/>
                <a:gd name="connsiteY1" fmla="*/ 0 h 2129"/>
                <a:gd name="connsiteX2" fmla="*/ 4424 w 4424"/>
                <a:gd name="connsiteY2" fmla="*/ 2129 h 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4" h="2129">
                  <a:moveTo>
                    <a:pt x="0" y="0"/>
                  </a:moveTo>
                  <a:lnTo>
                    <a:pt x="4424" y="0"/>
                  </a:lnTo>
                  <a:lnTo>
                    <a:pt x="4424" y="2129"/>
                  </a:lnTo>
                </a:path>
              </a:pathLst>
            </a:cu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9" Type="http://schemas.openxmlformats.org/officeDocument/2006/relationships/image" Target="../media/image22.png"/><Relationship Id="rId21" Type="http://schemas.openxmlformats.org/officeDocument/2006/relationships/customXml" Target="../ink/ink9.xml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6.png"/><Relationship Id="rId50" Type="http://schemas.openxmlformats.org/officeDocument/2006/relationships/customXml" Target="../ink/ink25.xml"/><Relationship Id="rId55" Type="http://schemas.openxmlformats.org/officeDocument/2006/relationships/image" Target="../media/image31.png"/><Relationship Id="rId63" Type="http://schemas.openxmlformats.org/officeDocument/2006/relationships/customXml" Target="../ink/ink30.xml"/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6" Type="http://schemas.openxmlformats.org/officeDocument/2006/relationships/image" Target="../media/image12.png"/><Relationship Id="rId29" Type="http://schemas.openxmlformats.org/officeDocument/2006/relationships/image" Target="../media/image18.png"/><Relationship Id="rId11" Type="http://schemas.openxmlformats.org/officeDocument/2006/relationships/image" Target="../media/image9.png"/><Relationship Id="rId24" Type="http://schemas.openxmlformats.org/officeDocument/2006/relationships/image" Target="../media/image16.png"/><Relationship Id="rId32" Type="http://schemas.openxmlformats.org/officeDocument/2006/relationships/image" Target="../media/image19.png"/><Relationship Id="rId37" Type="http://schemas.openxmlformats.org/officeDocument/2006/relationships/image" Target="../media/image21.png"/><Relationship Id="rId40" Type="http://schemas.openxmlformats.org/officeDocument/2006/relationships/customXml" Target="../ink/ink20.xml"/><Relationship Id="rId45" Type="http://schemas.openxmlformats.org/officeDocument/2006/relationships/image" Target="../media/image25.png"/><Relationship Id="rId53" Type="http://schemas.openxmlformats.org/officeDocument/2006/relationships/image" Target="../media/image29.png"/><Relationship Id="rId58" Type="http://schemas.openxmlformats.org/officeDocument/2006/relationships/image" Target="../media/image34.png"/><Relationship Id="rId5" Type="http://schemas.openxmlformats.org/officeDocument/2006/relationships/image" Target="../media/image5.png"/><Relationship Id="rId61" Type="http://schemas.openxmlformats.org/officeDocument/2006/relationships/customXml" Target="../ink/ink29.xml"/><Relationship Id="rId19" Type="http://schemas.openxmlformats.org/officeDocument/2006/relationships/customXml" Target="../ink/ink8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12.xml"/><Relationship Id="rId30" Type="http://schemas.openxmlformats.org/officeDocument/2006/relationships/customXml" Target="../ink/ink14.xml"/><Relationship Id="rId35" Type="http://schemas.openxmlformats.org/officeDocument/2006/relationships/image" Target="../media/image20.png"/><Relationship Id="rId43" Type="http://schemas.openxmlformats.org/officeDocument/2006/relationships/image" Target="../media/image24.png"/><Relationship Id="rId48" Type="http://schemas.openxmlformats.org/officeDocument/2006/relationships/customXml" Target="../ink/ink24.xml"/><Relationship Id="rId56" Type="http://schemas.openxmlformats.org/officeDocument/2006/relationships/image" Target="../media/image32.png"/><Relationship Id="rId8" Type="http://schemas.openxmlformats.org/officeDocument/2006/relationships/customXml" Target="../ink/ink4.xml"/><Relationship Id="rId51" Type="http://schemas.openxmlformats.org/officeDocument/2006/relationships/image" Target="../media/image28.png"/><Relationship Id="rId3" Type="http://schemas.openxmlformats.org/officeDocument/2006/relationships/image" Target="../media/image4.png"/><Relationship Id="rId12" Type="http://schemas.openxmlformats.org/officeDocument/2006/relationships/image" Target="../media/image10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6.xml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customXml" Target="../ink/ink27.xml"/><Relationship Id="rId20" Type="http://schemas.openxmlformats.org/officeDocument/2006/relationships/image" Target="../media/image14.png"/><Relationship Id="rId41" Type="http://schemas.openxmlformats.org/officeDocument/2006/relationships/image" Target="../media/image23.png"/><Relationship Id="rId54" Type="http://schemas.openxmlformats.org/officeDocument/2006/relationships/image" Target="../media/image30.png"/><Relationship Id="rId6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customXml" Target="../ink/ink13.xml"/><Relationship Id="rId36" Type="http://schemas.openxmlformats.org/officeDocument/2006/relationships/customXml" Target="../ink/ink18.xml"/><Relationship Id="rId49" Type="http://schemas.openxmlformats.org/officeDocument/2006/relationships/image" Target="../media/image27.png"/><Relationship Id="rId57" Type="http://schemas.openxmlformats.org/officeDocument/2006/relationships/image" Target="../media/image33.png"/><Relationship Id="rId10" Type="http://schemas.openxmlformats.org/officeDocument/2006/relationships/image" Target="../media/image8.png"/><Relationship Id="rId31" Type="http://schemas.openxmlformats.org/officeDocument/2006/relationships/customXml" Target="../ink/ink15.xml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28.xml"/><Relationship Id="rId4" Type="http://schemas.openxmlformats.org/officeDocument/2006/relationships/customXml" Target="../ink/ink2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customXml" Target="../ink/ink32.xml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customXml" Target="../ink/ink40.xml"/><Relationship Id="rId18" Type="http://schemas.openxmlformats.org/officeDocument/2006/relationships/image" Target="../media/image46.png"/><Relationship Id="rId3" Type="http://schemas.openxmlformats.org/officeDocument/2006/relationships/customXml" Target="../ink/ink33.xml"/><Relationship Id="rId21" Type="http://schemas.openxmlformats.org/officeDocument/2006/relationships/customXml" Target="../ink/ink41.xml"/><Relationship Id="rId7" Type="http://schemas.openxmlformats.org/officeDocument/2006/relationships/customXml" Target="../ink/ink35.xml"/><Relationship Id="rId12" Type="http://schemas.openxmlformats.org/officeDocument/2006/relationships/customXml" Target="../ink/ink39.xml"/><Relationship Id="rId17" Type="http://schemas.openxmlformats.org/officeDocument/2006/relationships/image" Target="../media/image45.png"/><Relationship Id="rId25" Type="http://schemas.openxmlformats.org/officeDocument/2006/relationships/image" Target="../media/image52.png"/><Relationship Id="rId2" Type="http://schemas.openxmlformats.org/officeDocument/2006/relationships/image" Target="../media/image39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customXml" Target="../ink/ink38.xml"/><Relationship Id="rId24" Type="http://schemas.openxmlformats.org/officeDocument/2006/relationships/image" Target="../media/image51.png"/><Relationship Id="rId5" Type="http://schemas.openxmlformats.org/officeDocument/2006/relationships/customXml" Target="../ink/ink34.xml"/><Relationship Id="rId15" Type="http://schemas.openxmlformats.org/officeDocument/2006/relationships/image" Target="../media/image43.png"/><Relationship Id="rId23" Type="http://schemas.openxmlformats.org/officeDocument/2006/relationships/image" Target="../media/image50.png"/><Relationship Id="rId10" Type="http://schemas.openxmlformats.org/officeDocument/2006/relationships/customXml" Target="../ink/ink37.xml"/><Relationship Id="rId19" Type="http://schemas.openxmlformats.org/officeDocument/2006/relationships/image" Target="../media/image47.png"/><Relationship Id="rId4" Type="http://schemas.openxmlformats.org/officeDocument/2006/relationships/image" Target="../media/image40.png"/><Relationship Id="rId9" Type="http://schemas.openxmlformats.org/officeDocument/2006/relationships/customXml" Target="../ink/ink36.xml"/><Relationship Id="rId22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39" Type="http://schemas.openxmlformats.org/officeDocument/2006/relationships/customXml" Target="../ink/ink48.xml"/><Relationship Id="rId34" Type="http://schemas.openxmlformats.org/officeDocument/2006/relationships/image" Target="../media/image61.png"/><Relationship Id="rId42" Type="http://schemas.openxmlformats.org/officeDocument/2006/relationships/customXml" Target="../ink/ink49.xml"/><Relationship Id="rId47" Type="http://schemas.openxmlformats.org/officeDocument/2006/relationships/image" Target="../media/image68.png"/><Relationship Id="rId50" Type="http://schemas.openxmlformats.org/officeDocument/2006/relationships/customXml" Target="../ink/ink53.xml"/><Relationship Id="rId55" Type="http://schemas.openxmlformats.org/officeDocument/2006/relationships/customXml" Target="../ink/ink56.xml"/><Relationship Id="rId2" Type="http://schemas.openxmlformats.org/officeDocument/2006/relationships/customXml" Target="../ink/ink42.xml"/><Relationship Id="rId29" Type="http://schemas.openxmlformats.org/officeDocument/2006/relationships/customXml" Target="../ink/ink43.xml"/><Relationship Id="rId41" Type="http://schemas.openxmlformats.org/officeDocument/2006/relationships/image" Target="../media/image65.png"/><Relationship Id="rId54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24" Type="http://schemas.openxmlformats.org/officeDocument/2006/relationships/image" Target="../media/image54.png"/><Relationship Id="rId32" Type="http://schemas.openxmlformats.org/officeDocument/2006/relationships/image" Target="../media/image60.png"/><Relationship Id="rId37" Type="http://schemas.openxmlformats.org/officeDocument/2006/relationships/customXml" Target="../ink/ink47.xml"/><Relationship Id="rId40" Type="http://schemas.openxmlformats.org/officeDocument/2006/relationships/image" Target="../media/image64.png"/><Relationship Id="rId45" Type="http://schemas.openxmlformats.org/officeDocument/2006/relationships/image" Target="../media/image67.png"/><Relationship Id="rId53" Type="http://schemas.openxmlformats.org/officeDocument/2006/relationships/image" Target="../media/image48.png"/><Relationship Id="rId58" Type="http://schemas.openxmlformats.org/officeDocument/2006/relationships/customXml" Target="../ink/ink58.xml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36" Type="http://schemas.openxmlformats.org/officeDocument/2006/relationships/image" Target="../media/image62.png"/><Relationship Id="rId49" Type="http://schemas.openxmlformats.org/officeDocument/2006/relationships/customXml" Target="../ink/ink52.xml"/><Relationship Id="rId57" Type="http://schemas.openxmlformats.org/officeDocument/2006/relationships/customXml" Target="../ink/ink57.xml"/><Relationship Id="rId31" Type="http://schemas.openxmlformats.org/officeDocument/2006/relationships/customXml" Target="../ink/ink44.xml"/><Relationship Id="rId44" Type="http://schemas.openxmlformats.org/officeDocument/2006/relationships/customXml" Target="../ink/ink50.xml"/><Relationship Id="rId52" Type="http://schemas.openxmlformats.org/officeDocument/2006/relationships/customXml" Target="../ink/ink55.xml"/><Relationship Id="rId60" Type="http://schemas.openxmlformats.org/officeDocument/2006/relationships/image" Target="../media/image71.png"/><Relationship Id="rId22" Type="http://schemas.openxmlformats.org/officeDocument/2006/relationships/image" Target="../media/image49.png"/><Relationship Id="rId27" Type="http://schemas.openxmlformats.org/officeDocument/2006/relationships/image" Target="../media/image57.png"/><Relationship Id="rId30" Type="http://schemas.openxmlformats.org/officeDocument/2006/relationships/image" Target="../media/image59.png"/><Relationship Id="rId35" Type="http://schemas.openxmlformats.org/officeDocument/2006/relationships/customXml" Target="../ink/ink46.xml"/><Relationship Id="rId43" Type="http://schemas.openxmlformats.org/officeDocument/2006/relationships/image" Target="../media/image66.png"/><Relationship Id="rId48" Type="http://schemas.openxmlformats.org/officeDocument/2006/relationships/image" Target="../media/image39.png"/><Relationship Id="rId56" Type="http://schemas.openxmlformats.org/officeDocument/2006/relationships/image" Target="../media/image70.png"/><Relationship Id="rId51" Type="http://schemas.openxmlformats.org/officeDocument/2006/relationships/customXml" Target="../ink/ink54.xml"/><Relationship Id="rId25" Type="http://schemas.openxmlformats.org/officeDocument/2006/relationships/image" Target="../media/image55.png"/><Relationship Id="rId33" Type="http://schemas.openxmlformats.org/officeDocument/2006/relationships/customXml" Target="../ink/ink45.xml"/><Relationship Id="rId38" Type="http://schemas.openxmlformats.org/officeDocument/2006/relationships/image" Target="../media/image63.png"/><Relationship Id="rId46" Type="http://schemas.openxmlformats.org/officeDocument/2006/relationships/customXml" Target="../ink/ink51.xml"/><Relationship Id="rId59" Type="http://schemas.openxmlformats.org/officeDocument/2006/relationships/customXml" Target="../ink/ink5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customXml" Target="../ink/ink62.xml"/><Relationship Id="rId3" Type="http://schemas.microsoft.com/office/2007/relationships/hdphoto" Target="../media/hdphoto1.wdp"/><Relationship Id="rId7" Type="http://schemas.openxmlformats.org/officeDocument/2006/relationships/customXml" Target="../ink/ink60.xml"/><Relationship Id="rId12" Type="http://schemas.openxmlformats.org/officeDocument/2006/relationships/image" Target="../media/image77.png"/><Relationship Id="rId2" Type="http://schemas.openxmlformats.org/officeDocument/2006/relationships/image" Target="../media/image72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11" Type="http://schemas.openxmlformats.org/officeDocument/2006/relationships/image" Target="../media/image76.png"/><Relationship Id="rId5" Type="http://schemas.openxmlformats.org/officeDocument/2006/relationships/image" Target="../media/image73.png"/><Relationship Id="rId15" Type="http://schemas.openxmlformats.org/officeDocument/2006/relationships/customXml" Target="../ink/ink63.xml"/><Relationship Id="rId10" Type="http://schemas.openxmlformats.org/officeDocument/2006/relationships/customXml" Target="../ink/ink61.xml"/><Relationship Id="rId4" Type="http://schemas.openxmlformats.org/officeDocument/2006/relationships/image" Target="../media/image48.png"/><Relationship Id="rId9" Type="http://schemas.openxmlformats.org/officeDocument/2006/relationships/image" Target="../media/image75.png"/><Relationship Id="rId14" Type="http://schemas.openxmlformats.org/officeDocument/2006/relationships/image" Target="../media/image7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67.xml"/><Relationship Id="rId3" Type="http://schemas.openxmlformats.org/officeDocument/2006/relationships/image" Target="../media/image63.png"/><Relationship Id="rId7" Type="http://schemas.openxmlformats.org/officeDocument/2006/relationships/image" Target="../media/image81.png"/><Relationship Id="rId12" Type="http://schemas.openxmlformats.org/officeDocument/2006/relationships/image" Target="../media/image84.png"/><Relationship Id="rId2" Type="http://schemas.openxmlformats.org/officeDocument/2006/relationships/customXml" Target="../ink/ink64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66.xml"/><Relationship Id="rId11" Type="http://schemas.openxmlformats.org/officeDocument/2006/relationships/image" Target="../media/image83.png"/><Relationship Id="rId5" Type="http://schemas.openxmlformats.org/officeDocument/2006/relationships/image" Target="../media/image80.png"/><Relationship Id="rId10" Type="http://schemas.openxmlformats.org/officeDocument/2006/relationships/customXml" Target="../ink/ink68.xml"/><Relationship Id="rId4" Type="http://schemas.openxmlformats.org/officeDocument/2006/relationships/customXml" Target="../ink/ink65.xml"/><Relationship Id="rId9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6.png"/><Relationship Id="rId7" Type="http://schemas.openxmlformats.org/officeDocument/2006/relationships/image" Target="../media/image88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70.xml"/><Relationship Id="rId5" Type="http://schemas.openxmlformats.org/officeDocument/2006/relationships/image" Target="../media/image87.png"/><Relationship Id="rId4" Type="http://schemas.openxmlformats.org/officeDocument/2006/relationships/customXml" Target="../ink/ink6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1.xml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5128" y="630123"/>
            <a:ext cx="10858500" cy="3006410"/>
          </a:xfrm>
        </p:spPr>
        <p:txBody>
          <a:bodyPr>
            <a:normAutofit/>
          </a:bodyPr>
          <a:lstStyle/>
          <a:p>
            <a:r>
              <a:rPr lang="en-US" dirty="0"/>
              <a:t>CNN</a:t>
            </a:r>
            <a:br>
              <a:rPr lang="en-US" dirty="0"/>
            </a:br>
            <a:r>
              <a:rPr lang="en-US" dirty="0"/>
              <a:t>[</a:t>
            </a:r>
            <a:r>
              <a:rPr lang="zh-CN" altLang="zh-CN" dirty="0"/>
              <a:t>Convolution Neural Network</a:t>
            </a:r>
            <a:r>
              <a:rPr lang="en-US" altLang="zh-CN" dirty="0"/>
              <a:t>]</a:t>
            </a:r>
            <a:br>
              <a:rPr lang="zh-CN" altLang="zh-CN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698" y="4179158"/>
            <a:ext cx="10858500" cy="890553"/>
          </a:xfrm>
        </p:spPr>
        <p:txBody>
          <a:bodyPr/>
          <a:lstStyle/>
          <a:p>
            <a:r>
              <a:rPr lang="zh-CN" altLang="en-US" dirty="0"/>
              <a:t>卷积神经网络</a:t>
            </a:r>
            <a:endParaRPr 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72023363-7FA1-5918-F16F-6E3BE3B081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40204" y="5586608"/>
            <a:ext cx="1778696" cy="808546"/>
          </a:xfrm>
        </p:spPr>
        <p:txBody>
          <a:bodyPr>
            <a:normAutofit/>
          </a:bodyPr>
          <a:lstStyle/>
          <a:p>
            <a:r>
              <a:rPr lang="en-US" altLang="zh-CN" dirty="0"/>
              <a:t>2026.9.19(</a:t>
            </a:r>
            <a:r>
              <a:rPr lang="zh-CN" altLang="en-US" dirty="0"/>
              <a:t>星期六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410" y="520862"/>
            <a:ext cx="10858500" cy="727756"/>
          </a:xfrm>
        </p:spPr>
        <p:txBody>
          <a:bodyPr>
            <a:noAutofit/>
          </a:bodyPr>
          <a:lstStyle/>
          <a:p>
            <a:r>
              <a:rPr lang="zh-CN" altLang="zh-CN" sz="4000" dirty="0"/>
              <a:t>CNN用途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6364A3-A90C-411B-BEFF-967279A83801}"/>
              </a:ext>
            </a:extLst>
          </p:cNvPr>
          <p:cNvSpPr txBox="1"/>
          <p:nvPr/>
        </p:nvSpPr>
        <p:spPr>
          <a:xfrm>
            <a:off x="1138820" y="2736502"/>
            <a:ext cx="110531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识别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分类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预测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C085FF-B411-0968-0E38-C5170BEF4FAE}"/>
              </a:ext>
            </a:extLst>
          </p:cNvPr>
          <p:cNvSpPr txBox="1"/>
          <p:nvPr/>
        </p:nvSpPr>
        <p:spPr>
          <a:xfrm>
            <a:off x="1138820" y="1591323"/>
            <a:ext cx="1105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不限于图像，提取特征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E6B4-21FA-1726-BD20-0315A376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435F-22E8-F94C-1CF2-4A8BB93F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83" y="236220"/>
            <a:ext cx="3499778" cy="1882140"/>
          </a:xfrm>
        </p:spPr>
        <p:txBody>
          <a:bodyPr>
            <a:noAutofit/>
          </a:bodyPr>
          <a:lstStyle/>
          <a:p>
            <a:r>
              <a:rPr lang="en-US" altLang="zh-CN" sz="1800" dirty="0"/>
              <a:t>Input Image</a:t>
            </a:r>
            <a:br>
              <a:rPr lang="en-US" altLang="zh-CN" sz="1800" dirty="0"/>
            </a:br>
            <a:r>
              <a:rPr lang="en-US" altLang="zh-CN" sz="1800" b="0" dirty="0">
                <a:solidFill>
                  <a:srgbClr val="2F2F2F"/>
                </a:solidFill>
              </a:rPr>
              <a:t>1.</a:t>
            </a:r>
            <a:r>
              <a:rPr lang="zh-CN" altLang="en-US" sz="1800" b="0" dirty="0">
                <a:solidFill>
                  <a:srgbClr val="2F2F2F"/>
                </a:solidFill>
              </a:rPr>
              <a:t>以</a:t>
            </a:r>
            <a:r>
              <a:rPr lang="en-US" altLang="zh-CN" sz="1800" b="0" dirty="0">
                <a:solidFill>
                  <a:srgbClr val="2F2F2F"/>
                </a:solidFill>
              </a:rPr>
              <a:t>MNIST</a:t>
            </a:r>
            <a:r>
              <a:rPr lang="zh-CN" altLang="en-US" sz="1800" b="0" dirty="0">
                <a:solidFill>
                  <a:srgbClr val="2F2F2F"/>
                </a:solidFill>
              </a:rPr>
              <a:t>为例：二进制转矩阵</a:t>
            </a:r>
            <a:br>
              <a:rPr lang="en-US" altLang="zh-CN" sz="4000" dirty="0"/>
            </a:br>
            <a:br>
              <a:rPr lang="en-US" altLang="zh-CN" sz="4000" b="0" dirty="0">
                <a:solidFill>
                  <a:srgbClr val="2F2F2F"/>
                </a:solidFill>
              </a:rPr>
            </a:br>
            <a:endParaRPr lang="zh-CN" altLang="zh-CN" sz="4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B8D2E3-C13C-93AA-323A-B39F5D7C7069}"/>
              </a:ext>
            </a:extLst>
          </p:cNvPr>
          <p:cNvSpPr txBox="1"/>
          <p:nvPr/>
        </p:nvSpPr>
        <p:spPr>
          <a:xfrm>
            <a:off x="942532" y="1935979"/>
            <a:ext cx="3794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>
                <a:solidFill>
                  <a:srgbClr val="2F2F2F"/>
                </a:solidFill>
                <a:latin typeface="Arial"/>
                <a:ea typeface="微软雅黑"/>
              </a:rPr>
              <a:t>单通道</a:t>
            </a:r>
            <a:endParaRPr lang="en-US" altLang="zh-CN" dirty="0">
              <a:solidFill>
                <a:srgbClr val="2F2F2F"/>
              </a:solidFill>
              <a:latin typeface="Arial"/>
              <a:ea typeface="微软雅黑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>
                <a:solidFill>
                  <a:srgbClr val="2F2F2F"/>
                </a:solidFill>
                <a:latin typeface="Arial"/>
                <a:ea typeface="微软雅黑"/>
              </a:rPr>
              <a:t>28*28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60k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张训练，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10k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张测试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688FE0-723A-3BB9-A231-F6E1E31E9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97" y="3102366"/>
            <a:ext cx="4392322" cy="24478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E65CA86-23D7-E5D9-9CF7-66C644B4F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5" b="4494"/>
          <a:stretch>
            <a:fillRect/>
          </a:stretch>
        </p:blipFill>
        <p:spPr>
          <a:xfrm>
            <a:off x="4778083" y="1742434"/>
            <a:ext cx="3294877" cy="469932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DA2CDF0-67B7-179A-D811-0F338AEC0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757" y="2199501"/>
            <a:ext cx="3500006" cy="365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54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33F6B-E3A0-F43E-20B8-79CFB2AB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2117-7CAD-4B66-083E-BD91623A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70" y="169165"/>
            <a:ext cx="10858500" cy="727756"/>
          </a:xfrm>
        </p:spPr>
        <p:txBody>
          <a:bodyPr>
            <a:noAutofit/>
          </a:bodyPr>
          <a:lstStyle/>
          <a:p>
            <a:r>
              <a:rPr lang="en-US" altLang="zh-CN" sz="1800" dirty="0"/>
              <a:t>Input Image</a:t>
            </a:r>
            <a:br>
              <a:rPr lang="en-US" altLang="zh-CN" sz="1800" dirty="0"/>
            </a:br>
            <a:r>
              <a:rPr lang="en-US" altLang="zh-CN" sz="1800" b="0" dirty="0">
                <a:solidFill>
                  <a:srgbClr val="2F2F2F"/>
                </a:solidFill>
              </a:rPr>
              <a:t>1.</a:t>
            </a:r>
            <a:r>
              <a:rPr lang="zh-CN" altLang="en-US" sz="1800" b="0" dirty="0">
                <a:solidFill>
                  <a:srgbClr val="2F2F2F"/>
                </a:solidFill>
              </a:rPr>
              <a:t>以</a:t>
            </a:r>
            <a:r>
              <a:rPr lang="en-US" altLang="zh-CN" sz="1800" b="0" dirty="0">
                <a:solidFill>
                  <a:srgbClr val="2F2F2F"/>
                </a:solidFill>
              </a:rPr>
              <a:t>MNIST</a:t>
            </a:r>
            <a:r>
              <a:rPr lang="zh-CN" altLang="en-US" sz="1800" b="0" dirty="0">
                <a:solidFill>
                  <a:srgbClr val="2F2F2F"/>
                </a:solidFill>
              </a:rPr>
              <a:t>为例：二进制转矩阵</a:t>
            </a:r>
            <a:endParaRPr lang="zh-CN" altLang="zh-CN" sz="1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1A4580-B1BE-9B43-5C52-19BC7405679A}"/>
              </a:ext>
            </a:extLst>
          </p:cNvPr>
          <p:cNvSpPr/>
          <p:nvPr/>
        </p:nvSpPr>
        <p:spPr>
          <a:xfrm>
            <a:off x="1547177" y="1190175"/>
            <a:ext cx="198776" cy="48885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BC0DA6A4-0B0B-560A-F5AC-C41595E16A19}"/>
                  </a:ext>
                </a:extLst>
              </p14:cNvPr>
              <p14:cNvContentPartPr/>
              <p14:nvPr/>
            </p14:nvContentPartPr>
            <p14:xfrm>
              <a:off x="1312843" y="1218715"/>
              <a:ext cx="151917" cy="48621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BC0DA6A4-0B0B-560A-F5AC-C41595E16A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6723" y="1212595"/>
                <a:ext cx="164157" cy="487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E82FD008-FB5B-C8E7-BA35-8BA73A09324F}"/>
              </a:ext>
            </a:extLst>
          </p:cNvPr>
          <p:cNvGrpSpPr/>
          <p:nvPr/>
        </p:nvGrpSpPr>
        <p:grpSpPr>
          <a:xfrm>
            <a:off x="2385000" y="1434179"/>
            <a:ext cx="2037354" cy="505320"/>
            <a:chOff x="2087640" y="1179170"/>
            <a:chExt cx="2037354" cy="505320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F955F86-4C28-8D63-EC99-DAE47F0F9799}"/>
                </a:ext>
              </a:extLst>
            </p:cNvPr>
            <p:cNvSpPr/>
            <p:nvPr/>
          </p:nvSpPr>
          <p:spPr>
            <a:xfrm rot="5400000">
              <a:off x="3028917" y="23789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34A4059-35DD-6895-B7E7-4F21DD3B1F33}"/>
                </a:ext>
              </a:extLst>
            </p:cNvPr>
            <p:cNvSpPr/>
            <p:nvPr/>
          </p:nvSpPr>
          <p:spPr>
            <a:xfrm rot="5400000">
              <a:off x="3028917" y="58841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8364AAC-A3E9-91AB-B5A9-EC8FEE88D86C}"/>
              </a:ext>
            </a:extLst>
          </p:cNvPr>
          <p:cNvGrpSpPr/>
          <p:nvPr/>
        </p:nvGrpSpPr>
        <p:grpSpPr>
          <a:xfrm>
            <a:off x="2385000" y="5016361"/>
            <a:ext cx="2037354" cy="505320"/>
            <a:chOff x="2087640" y="1179170"/>
            <a:chExt cx="2037354" cy="50532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E0CF7BF-1CE7-556B-515F-241C8709A9DF}"/>
                </a:ext>
              </a:extLst>
            </p:cNvPr>
            <p:cNvSpPr/>
            <p:nvPr/>
          </p:nvSpPr>
          <p:spPr>
            <a:xfrm rot="5400000">
              <a:off x="3028917" y="23789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BF31B84B-0BBB-DEDC-6763-C864544DBBB1}"/>
                </a:ext>
              </a:extLst>
            </p:cNvPr>
            <p:cNvSpPr/>
            <p:nvPr/>
          </p:nvSpPr>
          <p:spPr>
            <a:xfrm rot="5400000">
              <a:off x="3028917" y="58841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2624E2EC-8BF0-A7C0-DA62-44C0E823827D}"/>
              </a:ext>
            </a:extLst>
          </p:cNvPr>
          <p:cNvGrpSpPr/>
          <p:nvPr/>
        </p:nvGrpSpPr>
        <p:grpSpPr>
          <a:xfrm>
            <a:off x="2385000" y="2180091"/>
            <a:ext cx="2037354" cy="505320"/>
            <a:chOff x="2209557" y="625611"/>
            <a:chExt cx="2037354" cy="505320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F17E1F3-C38E-F9DC-4C75-191784DCDC03}"/>
                </a:ext>
              </a:extLst>
            </p:cNvPr>
            <p:cNvSpPr/>
            <p:nvPr/>
          </p:nvSpPr>
          <p:spPr>
            <a:xfrm rot="5400000">
              <a:off x="3150834" y="-315666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EF60FBD4-4ED5-E3EA-FE4B-0DBB07DA5489}"/>
                </a:ext>
              </a:extLst>
            </p:cNvPr>
            <p:cNvSpPr/>
            <p:nvPr/>
          </p:nvSpPr>
          <p:spPr>
            <a:xfrm rot="5400000">
              <a:off x="3150834" y="34854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85A49BC-0BCF-65C2-99AE-84915AE861D1}"/>
              </a:ext>
            </a:extLst>
          </p:cNvPr>
          <p:cNvGrpSpPr/>
          <p:nvPr/>
        </p:nvGrpSpPr>
        <p:grpSpPr>
          <a:xfrm>
            <a:off x="2385000" y="4337282"/>
            <a:ext cx="2037354" cy="505320"/>
            <a:chOff x="2087640" y="1179170"/>
            <a:chExt cx="2037354" cy="505320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3B5DA94A-4234-0ED5-F083-3578430DF716}"/>
                </a:ext>
              </a:extLst>
            </p:cNvPr>
            <p:cNvSpPr/>
            <p:nvPr/>
          </p:nvSpPr>
          <p:spPr>
            <a:xfrm rot="5400000">
              <a:off x="3028917" y="23789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D8B7236-D473-B9AF-78E4-407F867499EB}"/>
                </a:ext>
              </a:extLst>
            </p:cNvPr>
            <p:cNvSpPr/>
            <p:nvPr/>
          </p:nvSpPr>
          <p:spPr>
            <a:xfrm rot="5400000">
              <a:off x="3028917" y="58841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椭圆 76">
            <a:extLst>
              <a:ext uri="{FF2B5EF4-FFF2-40B4-BE49-F238E27FC236}">
                <a16:creationId xmlns:a16="http://schemas.microsoft.com/office/drawing/2014/main" id="{2D52F0B7-D6FB-3E79-F3CE-569A786B3ED2}"/>
              </a:ext>
            </a:extLst>
          </p:cNvPr>
          <p:cNvSpPr/>
          <p:nvPr/>
        </p:nvSpPr>
        <p:spPr>
          <a:xfrm>
            <a:off x="3302077" y="2830394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14F63EDF-6357-F507-B339-7A5E0D070FB2}"/>
              </a:ext>
            </a:extLst>
          </p:cNvPr>
          <p:cNvSpPr/>
          <p:nvPr/>
        </p:nvSpPr>
        <p:spPr>
          <a:xfrm>
            <a:off x="3302077" y="3085518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68DFB16E-7498-9E51-B20F-80381F85EB89}"/>
              </a:ext>
            </a:extLst>
          </p:cNvPr>
          <p:cNvSpPr/>
          <p:nvPr/>
        </p:nvSpPr>
        <p:spPr>
          <a:xfrm>
            <a:off x="3302077" y="3349339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EA7A12C5-061B-B078-315C-477344234497}"/>
              </a:ext>
            </a:extLst>
          </p:cNvPr>
          <p:cNvSpPr/>
          <p:nvPr/>
        </p:nvSpPr>
        <p:spPr>
          <a:xfrm>
            <a:off x="3302077" y="3618372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BFCE842F-DB5B-E4A7-C597-135B6E782D98}"/>
              </a:ext>
            </a:extLst>
          </p:cNvPr>
          <p:cNvSpPr/>
          <p:nvPr/>
        </p:nvSpPr>
        <p:spPr>
          <a:xfrm>
            <a:off x="3302077" y="3883088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810F88CA-82ED-1F53-C166-FF34E4043B92}"/>
              </a:ext>
            </a:extLst>
          </p:cNvPr>
          <p:cNvSpPr/>
          <p:nvPr/>
        </p:nvSpPr>
        <p:spPr>
          <a:xfrm>
            <a:off x="3302077" y="4147804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F91032C9-2292-73E0-ED03-8D2A08B5B75C}"/>
                  </a:ext>
                </a:extLst>
              </p14:cNvPr>
              <p14:cNvContentPartPr/>
              <p14:nvPr/>
            </p14:nvContentPartPr>
            <p14:xfrm>
              <a:off x="2377400" y="1099720"/>
              <a:ext cx="2045880" cy="29232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F91032C9-2292-73E0-ED03-8D2A08B5B7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71280" y="1093600"/>
                <a:ext cx="2058120" cy="30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A48749E0-D480-8DCC-160D-C69CC89346C3}"/>
              </a:ext>
            </a:extLst>
          </p:cNvPr>
          <p:cNvGrpSpPr/>
          <p:nvPr/>
        </p:nvGrpSpPr>
        <p:grpSpPr>
          <a:xfrm>
            <a:off x="4543880" y="1411840"/>
            <a:ext cx="861480" cy="4064400"/>
            <a:chOff x="4543880" y="1411840"/>
            <a:chExt cx="861480" cy="40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247A0ADA-2386-72A3-5E7A-5289018154EF}"/>
                    </a:ext>
                  </a:extLst>
                </p14:cNvPr>
                <p14:cNvContentPartPr/>
                <p14:nvPr/>
              </p14:nvContentPartPr>
              <p14:xfrm>
                <a:off x="4543880" y="1411840"/>
                <a:ext cx="352440" cy="4064400"/>
              </p14:xfrm>
            </p:contentPart>
          </mc:Choice>
          <mc:Fallback xmlns=""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247A0ADA-2386-72A3-5E7A-5289018154E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37760" y="1405720"/>
                  <a:ext cx="364680" cy="40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834AADA0-33B2-FEE5-9169-2FC1B1850889}"/>
                    </a:ext>
                  </a:extLst>
                </p14:cNvPr>
                <p14:cNvContentPartPr/>
                <p14:nvPr/>
              </p14:nvContentPartPr>
              <p14:xfrm>
                <a:off x="5405000" y="3210400"/>
                <a:ext cx="360" cy="360"/>
              </p14:xfrm>
            </p:contentPart>
          </mc:Choice>
          <mc:Fallback xmlns=""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834AADA0-33B2-FEE5-9169-2FC1B18508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98880" y="32042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6B07D83E-F9FF-18BE-20DC-2E3819FC0E30}"/>
                  </a:ext>
                </a:extLst>
              </p:cNvPr>
              <p:cNvSpPr txBox="1"/>
              <p:nvPr/>
            </p:nvSpPr>
            <p:spPr>
              <a:xfrm>
                <a:off x="4791861" y="2995922"/>
                <a:ext cx="67979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6B07D83E-F9FF-18BE-20DC-2E3819FC0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61" y="2995922"/>
                <a:ext cx="679797" cy="276999"/>
              </a:xfrm>
              <a:prstGeom prst="rect">
                <a:avLst/>
              </a:prstGeom>
              <a:blipFill>
                <a:blip r:embed="rId10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5961E12B-9D9C-EF42-F48C-16286E9A77CA}"/>
                  </a:ext>
                </a:extLst>
              </p:cNvPr>
              <p:cNvSpPr txBox="1"/>
              <p:nvPr/>
            </p:nvSpPr>
            <p:spPr>
              <a:xfrm>
                <a:off x="3077656" y="794086"/>
                <a:ext cx="448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784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5961E12B-9D9C-EF42-F48C-16286E9A7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656" y="794086"/>
                <a:ext cx="448841" cy="276999"/>
              </a:xfrm>
              <a:prstGeom prst="rect">
                <a:avLst/>
              </a:prstGeom>
              <a:blipFill>
                <a:blip r:embed="rId11"/>
                <a:stretch>
                  <a:fillRect l="-12329" r="-10959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F90F398C-53A5-BB28-BA91-770E98E18785}"/>
                  </a:ext>
                </a:extLst>
              </p:cNvPr>
              <p:cNvSpPr txBox="1"/>
              <p:nvPr/>
            </p:nvSpPr>
            <p:spPr>
              <a:xfrm>
                <a:off x="201043" y="3429000"/>
                <a:ext cx="112559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×784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F90F398C-53A5-BB28-BA91-770E98E18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43" y="3429000"/>
                <a:ext cx="1125596" cy="276999"/>
              </a:xfrm>
              <a:prstGeom prst="rect">
                <a:avLst/>
              </a:prstGeom>
              <a:blipFill>
                <a:blip r:embed="rId12"/>
                <a:stretch>
                  <a:fillRect l="-3243" r="-2703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33B95074-E40F-072D-3DB1-1D8B01046A32}"/>
                  </a:ext>
                </a:extLst>
              </p14:cNvPr>
              <p14:cNvContentPartPr/>
              <p14:nvPr/>
            </p14:nvContentPartPr>
            <p14:xfrm>
              <a:off x="1513760" y="1584640"/>
              <a:ext cx="111960" cy="360"/>
            </p14:xfrm>
          </p:contentPart>
        </mc:Choice>
        <mc:Fallback xmlns=""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33B95074-E40F-072D-3DB1-1D8B01046A3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77760" y="1549000"/>
                <a:ext cx="183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7CB38F6D-3CE3-CDD3-A3EB-F421FFE746B9}"/>
                  </a:ext>
                </a:extLst>
              </p14:cNvPr>
              <p14:cNvContentPartPr/>
              <p14:nvPr/>
            </p14:nvContentPartPr>
            <p14:xfrm>
              <a:off x="1544000" y="1920160"/>
              <a:ext cx="111960" cy="2160"/>
            </p14:xfrm>
          </p:contentPart>
        </mc:Choice>
        <mc:Fallback xmlns=""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7CB38F6D-3CE3-CDD3-A3EB-F421FFE746B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08360" y="1884160"/>
                <a:ext cx="1836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DC46A49C-2342-A382-FB4D-89AF73313028}"/>
                  </a:ext>
                </a:extLst>
              </p14:cNvPr>
              <p14:cNvContentPartPr/>
              <p14:nvPr/>
            </p14:nvContentPartPr>
            <p14:xfrm>
              <a:off x="1554440" y="2377360"/>
              <a:ext cx="145800" cy="416880"/>
            </p14:xfrm>
          </p:contentPart>
        </mc:Choice>
        <mc:Fallback xmlns=""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DC46A49C-2342-A382-FB4D-89AF7331302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18440" y="2341360"/>
                <a:ext cx="21744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FFFC4682-0185-BCE6-8AFB-6B9E1C162B8E}"/>
                  </a:ext>
                </a:extLst>
              </p14:cNvPr>
              <p14:cNvContentPartPr/>
              <p14:nvPr/>
            </p14:nvContentPartPr>
            <p14:xfrm>
              <a:off x="1595120" y="3352600"/>
              <a:ext cx="68400" cy="360"/>
            </p14:xfrm>
          </p:contentPart>
        </mc:Choice>
        <mc:Fallback xmlns=""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FFFC4682-0185-BCE6-8AFB-6B9E1C162B8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59120" y="3316960"/>
                <a:ext cx="1400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8402F76E-2FC7-4B60-4ECA-2184AC63BCBB}"/>
                  </a:ext>
                </a:extLst>
              </p14:cNvPr>
              <p14:cNvContentPartPr/>
              <p14:nvPr/>
            </p14:nvContentPartPr>
            <p14:xfrm>
              <a:off x="1595120" y="3789640"/>
              <a:ext cx="20160" cy="360"/>
            </p14:xfrm>
          </p:contentPart>
        </mc:Choice>
        <mc:Fallback xmlns=""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8402F76E-2FC7-4B60-4ECA-2184AC63BCB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59120" y="3753640"/>
                <a:ext cx="91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B764AE61-4697-DFC5-9CD1-392DDF9EFA36}"/>
                  </a:ext>
                </a:extLst>
              </p14:cNvPr>
              <p14:cNvContentPartPr/>
              <p14:nvPr/>
            </p14:nvContentPartPr>
            <p14:xfrm>
              <a:off x="1595120" y="4226320"/>
              <a:ext cx="12240" cy="8280"/>
            </p14:xfrm>
          </p:contentPart>
        </mc:Choice>
        <mc:Fallback xmlns=""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B764AE61-4697-DFC5-9CD1-392DDF9EFA3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59120" y="4190680"/>
                <a:ext cx="838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95AC9DA9-1847-B0B3-1E6F-5A895710FC6E}"/>
                  </a:ext>
                </a:extLst>
              </p14:cNvPr>
              <p14:cNvContentPartPr/>
              <p14:nvPr/>
            </p14:nvContentPartPr>
            <p14:xfrm>
              <a:off x="1625360" y="4521160"/>
              <a:ext cx="360" cy="360"/>
            </p14:xfrm>
          </p:contentPart>
        </mc:Choice>
        <mc:Fallback xmlns=""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95AC9DA9-1847-B0B3-1E6F-5A895710FC6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89720" y="448516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CE84C078-C157-233F-073D-3F7D7426F65E}"/>
                  </a:ext>
                </a:extLst>
              </p14:cNvPr>
              <p14:cNvContentPartPr/>
              <p14:nvPr/>
            </p14:nvContentPartPr>
            <p14:xfrm>
              <a:off x="1605200" y="4876480"/>
              <a:ext cx="360" cy="360"/>
            </p14:xfrm>
          </p:contentPart>
        </mc:Choice>
        <mc:Fallback xmlns=""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CE84C078-C157-233F-073D-3F7D7426F65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69200" y="484084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DB2931B6-9787-F734-67E1-CDAE5B3F322D}"/>
                  </a:ext>
                </a:extLst>
              </p14:cNvPr>
              <p14:cNvContentPartPr/>
              <p14:nvPr/>
            </p14:nvContentPartPr>
            <p14:xfrm>
              <a:off x="1615280" y="5110480"/>
              <a:ext cx="4320" cy="6120"/>
            </p14:xfrm>
          </p:contentPart>
        </mc:Choice>
        <mc:Fallback xmlns=""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DB2931B6-9787-F734-67E1-CDAE5B3F322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79280" y="5074480"/>
                <a:ext cx="759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24120BCE-A2F7-E1E6-0B6E-4E85F38C13D6}"/>
                  </a:ext>
                </a:extLst>
              </p14:cNvPr>
              <p14:cNvContentPartPr/>
              <p14:nvPr/>
            </p14:nvContentPartPr>
            <p14:xfrm>
              <a:off x="1635440" y="5465800"/>
              <a:ext cx="360" cy="360"/>
            </p14:xfrm>
          </p:contentPart>
        </mc:Choice>
        <mc:Fallback xmlns=""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24120BCE-A2F7-E1E6-0B6E-4E85F38C13D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99800" y="543016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751CD7C7-EEBF-7157-9463-1F8A574FADC4}"/>
                  </a:ext>
                </a:extLst>
              </p14:cNvPr>
              <p14:cNvContentPartPr/>
              <p14:nvPr/>
            </p14:nvContentPartPr>
            <p14:xfrm>
              <a:off x="1615280" y="5679280"/>
              <a:ext cx="6120" cy="432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751CD7C7-EEBF-7157-9463-1F8A574FADC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579280" y="5643280"/>
                <a:ext cx="777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3A32A636-121B-CA30-1435-D5FABC855C7B}"/>
                  </a:ext>
                </a:extLst>
              </p14:cNvPr>
              <p14:cNvContentPartPr/>
              <p14:nvPr/>
            </p14:nvContentPartPr>
            <p14:xfrm>
              <a:off x="1645880" y="5912920"/>
              <a:ext cx="360" cy="360"/>
            </p14:xfrm>
          </p:contentPart>
        </mc:Choice>
        <mc:Fallback xmlns=""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3A32A636-121B-CA30-1435-D5FABC855C7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09880" y="5877280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0C5F657A-154E-7F04-EA47-A0D36473F8D4}"/>
              </a:ext>
            </a:extLst>
          </p:cNvPr>
          <p:cNvGrpSpPr/>
          <p:nvPr/>
        </p:nvGrpSpPr>
        <p:grpSpPr>
          <a:xfrm>
            <a:off x="1869440" y="3230560"/>
            <a:ext cx="406440" cy="420480"/>
            <a:chOff x="1869440" y="3230560"/>
            <a:chExt cx="406440" cy="4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23" name="墨迹 122">
                  <a:extLst>
                    <a:ext uri="{FF2B5EF4-FFF2-40B4-BE49-F238E27FC236}">
                      <a16:creationId xmlns:a16="http://schemas.microsoft.com/office/drawing/2014/main" id="{5B878C62-EFB0-C308-FED9-E1C5A65B9131}"/>
                    </a:ext>
                  </a:extLst>
                </p14:cNvPr>
                <p14:cNvContentPartPr/>
                <p14:nvPr/>
              </p14:nvContentPartPr>
              <p14:xfrm>
                <a:off x="1869440" y="3403360"/>
                <a:ext cx="285840" cy="31320"/>
              </p14:xfrm>
            </p:contentPart>
          </mc:Choice>
          <mc:Fallback xmlns="">
            <p:pic>
              <p:nvPicPr>
                <p:cNvPr id="123" name="墨迹 122">
                  <a:extLst>
                    <a:ext uri="{FF2B5EF4-FFF2-40B4-BE49-F238E27FC236}">
                      <a16:creationId xmlns:a16="http://schemas.microsoft.com/office/drawing/2014/main" id="{5B878C62-EFB0-C308-FED9-E1C5A65B91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33440" y="3367720"/>
                  <a:ext cx="357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38277785-B382-E4F9-F8DD-E40A28B3245F}"/>
                    </a:ext>
                  </a:extLst>
                </p14:cNvPr>
                <p14:cNvContentPartPr/>
                <p14:nvPr/>
              </p14:nvContentPartPr>
              <p14:xfrm>
                <a:off x="2092640" y="3230560"/>
                <a:ext cx="183240" cy="420480"/>
              </p14:xfrm>
            </p:contentPart>
          </mc:Choice>
          <mc:Fallback xmlns=""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38277785-B382-E4F9-F8DD-E40A28B3245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57000" y="3194920"/>
                  <a:ext cx="254880" cy="49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A2AD8468-DBAE-249A-F273-68DF190C7980}"/>
              </a:ext>
            </a:extLst>
          </p:cNvPr>
          <p:cNvGrpSpPr/>
          <p:nvPr/>
        </p:nvGrpSpPr>
        <p:grpSpPr>
          <a:xfrm>
            <a:off x="5110160" y="3322000"/>
            <a:ext cx="612360" cy="551520"/>
            <a:chOff x="5110160" y="3322000"/>
            <a:chExt cx="61236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6" name="墨迹 125">
                  <a:extLst>
                    <a:ext uri="{FF2B5EF4-FFF2-40B4-BE49-F238E27FC236}">
                      <a16:creationId xmlns:a16="http://schemas.microsoft.com/office/drawing/2014/main" id="{4253FA6B-C4AD-BFC1-A803-BB67652D99CF}"/>
                    </a:ext>
                  </a:extLst>
                </p14:cNvPr>
                <p14:cNvContentPartPr/>
                <p14:nvPr/>
              </p14:nvContentPartPr>
              <p14:xfrm>
                <a:off x="5110160" y="3515320"/>
                <a:ext cx="379080" cy="360"/>
              </p14:xfrm>
            </p:contentPart>
          </mc:Choice>
          <mc:Fallback xmlns="">
            <p:pic>
              <p:nvPicPr>
                <p:cNvPr id="126" name="墨迹 125">
                  <a:extLst>
                    <a:ext uri="{FF2B5EF4-FFF2-40B4-BE49-F238E27FC236}">
                      <a16:creationId xmlns:a16="http://schemas.microsoft.com/office/drawing/2014/main" id="{4253FA6B-C4AD-BFC1-A803-BB67652D99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74520" y="3479320"/>
                  <a:ext cx="450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27" name="墨迹 126">
                  <a:extLst>
                    <a:ext uri="{FF2B5EF4-FFF2-40B4-BE49-F238E27FC236}">
                      <a16:creationId xmlns:a16="http://schemas.microsoft.com/office/drawing/2014/main" id="{8A57425A-0F2D-7F7B-0C7A-1EA3F6FDB3A8}"/>
                    </a:ext>
                  </a:extLst>
                </p14:cNvPr>
                <p14:cNvContentPartPr/>
                <p14:nvPr/>
              </p14:nvContentPartPr>
              <p14:xfrm>
                <a:off x="5407160" y="3322000"/>
                <a:ext cx="315360" cy="551520"/>
              </p14:xfrm>
            </p:contentPart>
          </mc:Choice>
          <mc:Fallback xmlns="">
            <p:pic>
              <p:nvPicPr>
                <p:cNvPr id="127" name="墨迹 126">
                  <a:extLst>
                    <a:ext uri="{FF2B5EF4-FFF2-40B4-BE49-F238E27FC236}">
                      <a16:creationId xmlns:a16="http://schemas.microsoft.com/office/drawing/2014/main" id="{8A57425A-0F2D-7F7B-0C7A-1EA3F6FDB3A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1160" y="3286360"/>
                  <a:ext cx="387000" cy="62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A5E87B14-6ADB-2ED2-C5EE-0D7B0D63D745}"/>
              </a:ext>
            </a:extLst>
          </p:cNvPr>
          <p:cNvGrpSpPr/>
          <p:nvPr/>
        </p:nvGrpSpPr>
        <p:grpSpPr>
          <a:xfrm>
            <a:off x="5818208" y="1406373"/>
            <a:ext cx="2037354" cy="505320"/>
            <a:chOff x="2087640" y="1179170"/>
            <a:chExt cx="2037354" cy="505320"/>
          </a:xfrm>
        </p:grpSpPr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777CF43F-60A5-9611-9EF1-392464B06263}"/>
                </a:ext>
              </a:extLst>
            </p:cNvPr>
            <p:cNvSpPr/>
            <p:nvPr/>
          </p:nvSpPr>
          <p:spPr>
            <a:xfrm rot="5400000">
              <a:off x="3028917" y="23789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B1CA68FF-152B-350F-F511-AC5942D4CFF5}"/>
                </a:ext>
              </a:extLst>
            </p:cNvPr>
            <p:cNvSpPr/>
            <p:nvPr/>
          </p:nvSpPr>
          <p:spPr>
            <a:xfrm rot="5400000">
              <a:off x="3028917" y="58841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310974C-0F5D-4B66-0E68-D33BAC868977}"/>
              </a:ext>
            </a:extLst>
          </p:cNvPr>
          <p:cNvGrpSpPr/>
          <p:nvPr/>
        </p:nvGrpSpPr>
        <p:grpSpPr>
          <a:xfrm>
            <a:off x="5827573" y="4268500"/>
            <a:ext cx="2037354" cy="505320"/>
            <a:chOff x="2087640" y="1179170"/>
            <a:chExt cx="2037354" cy="505320"/>
          </a:xfrm>
        </p:grpSpPr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E7647247-2BEB-B6B4-9D59-15D53E83270D}"/>
                </a:ext>
              </a:extLst>
            </p:cNvPr>
            <p:cNvSpPr/>
            <p:nvPr/>
          </p:nvSpPr>
          <p:spPr>
            <a:xfrm rot="5400000">
              <a:off x="3028917" y="23789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4F18F4DA-5133-5A17-A167-34572ACE703B}"/>
                </a:ext>
              </a:extLst>
            </p:cNvPr>
            <p:cNvSpPr/>
            <p:nvPr/>
          </p:nvSpPr>
          <p:spPr>
            <a:xfrm rot="5400000">
              <a:off x="3028917" y="58841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53CA86C4-1B6F-6986-AEC0-3D1E5D58229B}"/>
              </a:ext>
            </a:extLst>
          </p:cNvPr>
          <p:cNvGrpSpPr/>
          <p:nvPr/>
        </p:nvGrpSpPr>
        <p:grpSpPr>
          <a:xfrm>
            <a:off x="5827573" y="4946307"/>
            <a:ext cx="2037354" cy="505320"/>
            <a:chOff x="2087640" y="1179170"/>
            <a:chExt cx="2037354" cy="505320"/>
          </a:xfrm>
        </p:grpSpPr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E2646B76-FF7E-8C1F-B490-AB52204CD5E0}"/>
                </a:ext>
              </a:extLst>
            </p:cNvPr>
            <p:cNvSpPr/>
            <p:nvPr/>
          </p:nvSpPr>
          <p:spPr>
            <a:xfrm rot="5400000">
              <a:off x="3028917" y="23789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C7B89240-D67B-164A-3D65-651A7D7177BC}"/>
                </a:ext>
              </a:extLst>
            </p:cNvPr>
            <p:cNvSpPr/>
            <p:nvPr/>
          </p:nvSpPr>
          <p:spPr>
            <a:xfrm rot="5400000">
              <a:off x="3028917" y="58841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AFE45D44-FAF2-B94C-A273-2378ED859E75}"/>
              </a:ext>
            </a:extLst>
          </p:cNvPr>
          <p:cNvGrpSpPr/>
          <p:nvPr/>
        </p:nvGrpSpPr>
        <p:grpSpPr>
          <a:xfrm>
            <a:off x="5827573" y="2141189"/>
            <a:ext cx="2037354" cy="505320"/>
            <a:chOff x="2087640" y="1179170"/>
            <a:chExt cx="2037354" cy="505320"/>
          </a:xfrm>
        </p:grpSpPr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164FD941-9B60-1666-5FD3-729E2E6537AB}"/>
                </a:ext>
              </a:extLst>
            </p:cNvPr>
            <p:cNvSpPr/>
            <p:nvPr/>
          </p:nvSpPr>
          <p:spPr>
            <a:xfrm rot="5400000">
              <a:off x="3028917" y="23789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C82E82F2-7265-B785-0AE4-7A3A8F6AF096}"/>
                </a:ext>
              </a:extLst>
            </p:cNvPr>
            <p:cNvSpPr/>
            <p:nvPr/>
          </p:nvSpPr>
          <p:spPr>
            <a:xfrm rot="5400000">
              <a:off x="3028917" y="588413"/>
              <a:ext cx="154800" cy="20373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8" name="椭圆 147">
            <a:extLst>
              <a:ext uri="{FF2B5EF4-FFF2-40B4-BE49-F238E27FC236}">
                <a16:creationId xmlns:a16="http://schemas.microsoft.com/office/drawing/2014/main" id="{8AA6C331-DED3-08FB-2161-E2A5ECC2FB0A}"/>
              </a:ext>
            </a:extLst>
          </p:cNvPr>
          <p:cNvSpPr/>
          <p:nvPr/>
        </p:nvSpPr>
        <p:spPr>
          <a:xfrm>
            <a:off x="6765947" y="2730333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41CC6BAA-590D-DFBF-38C9-8DA6C3AB52EF}"/>
              </a:ext>
            </a:extLst>
          </p:cNvPr>
          <p:cNvSpPr/>
          <p:nvPr/>
        </p:nvSpPr>
        <p:spPr>
          <a:xfrm>
            <a:off x="6764743" y="3749396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E68233F0-4B8F-C8A7-BF18-1CFABFC5C20C}"/>
              </a:ext>
            </a:extLst>
          </p:cNvPr>
          <p:cNvSpPr/>
          <p:nvPr/>
        </p:nvSpPr>
        <p:spPr>
          <a:xfrm>
            <a:off x="6760254" y="3509351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66F8BF1C-4106-60A3-41CC-F8400E73B796}"/>
              </a:ext>
            </a:extLst>
          </p:cNvPr>
          <p:cNvSpPr/>
          <p:nvPr/>
        </p:nvSpPr>
        <p:spPr>
          <a:xfrm>
            <a:off x="6761386" y="3270242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838D2273-8D1A-67AE-BEF2-8CD7D8DBB7A3}"/>
              </a:ext>
            </a:extLst>
          </p:cNvPr>
          <p:cNvSpPr/>
          <p:nvPr/>
        </p:nvSpPr>
        <p:spPr>
          <a:xfrm>
            <a:off x="6760254" y="3010222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F5CFCF57-C4C8-8B36-6E36-5ABA51F6F76B}"/>
              </a:ext>
            </a:extLst>
          </p:cNvPr>
          <p:cNvSpPr/>
          <p:nvPr/>
        </p:nvSpPr>
        <p:spPr>
          <a:xfrm>
            <a:off x="6770458" y="4001544"/>
            <a:ext cx="101600" cy="79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EA7BC423-5E2E-4DFF-6FC8-9B3335D97760}"/>
                  </a:ext>
                </a:extLst>
              </p14:cNvPr>
              <p14:cNvContentPartPr/>
              <p14:nvPr/>
            </p14:nvContentPartPr>
            <p14:xfrm>
              <a:off x="7561872" y="2047968"/>
              <a:ext cx="596880" cy="360"/>
            </p14:xfrm>
          </p:contentPart>
        </mc:Choice>
        <mc:Fallback xmlns=""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EA7BC423-5E2E-4DFF-6FC8-9B3335D9776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526232" y="2012328"/>
                <a:ext cx="6685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0" name="墨迹 159">
                <a:extLst>
                  <a:ext uri="{FF2B5EF4-FFF2-40B4-BE49-F238E27FC236}">
                    <a16:creationId xmlns:a16="http://schemas.microsoft.com/office/drawing/2014/main" id="{5D23E243-997D-5F2D-EC7C-6C672B8C722E}"/>
                  </a:ext>
                </a:extLst>
              </p14:cNvPr>
              <p14:cNvContentPartPr/>
              <p14:nvPr/>
            </p14:nvContentPartPr>
            <p14:xfrm>
              <a:off x="7634952" y="2809368"/>
              <a:ext cx="480960" cy="89280"/>
            </p14:xfrm>
          </p:contentPart>
        </mc:Choice>
        <mc:Fallback xmlns="">
          <p:pic>
            <p:nvPicPr>
              <p:cNvPr id="160" name="墨迹 159">
                <a:extLst>
                  <a:ext uri="{FF2B5EF4-FFF2-40B4-BE49-F238E27FC236}">
                    <a16:creationId xmlns:a16="http://schemas.microsoft.com/office/drawing/2014/main" id="{5D23E243-997D-5F2D-EC7C-6C672B8C722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599312" y="2773728"/>
                <a:ext cx="5526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C43EEAF6-D783-D983-8630-6187F4B5740E}"/>
                  </a:ext>
                </a:extLst>
              </p14:cNvPr>
              <p14:cNvContentPartPr/>
              <p14:nvPr/>
            </p14:nvContentPartPr>
            <p14:xfrm>
              <a:off x="7731432" y="3521808"/>
              <a:ext cx="439920" cy="337320"/>
            </p14:xfrm>
          </p:contentPart>
        </mc:Choice>
        <mc:Fallback xmlns=""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C43EEAF6-D783-D983-8630-6187F4B5740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95792" y="3485808"/>
                <a:ext cx="51156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16A63295-E8B0-EBB0-FD9D-8B52BF3D33D7}"/>
                  </a:ext>
                </a:extLst>
              </p14:cNvPr>
              <p14:cNvContentPartPr/>
              <p14:nvPr/>
            </p14:nvContentPartPr>
            <p14:xfrm>
              <a:off x="7726392" y="4794768"/>
              <a:ext cx="439200" cy="52920"/>
            </p14:xfrm>
          </p:contentPart>
        </mc:Choice>
        <mc:Fallback xmlns=""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16A63295-E8B0-EBB0-FD9D-8B52BF3D33D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90752" y="4759128"/>
                <a:ext cx="5108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CA9EFB61-563F-748F-6915-BF30F3522BBB}"/>
                  </a:ext>
                </a:extLst>
              </p14:cNvPr>
              <p14:cNvContentPartPr/>
              <p14:nvPr/>
            </p14:nvContentPartPr>
            <p14:xfrm>
              <a:off x="8158752" y="1322354"/>
              <a:ext cx="253080" cy="724680"/>
            </p14:xfrm>
          </p:contentPart>
        </mc:Choice>
        <mc:Fallback xmlns=""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CA9EFB61-563F-748F-6915-BF30F3522BB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149752" y="1313714"/>
                <a:ext cx="270720" cy="74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798A3A3E-C0FE-A394-8C5A-A24D2A6C5879}"/>
                  </a:ext>
                </a:extLst>
              </p14:cNvPr>
              <p14:cNvContentPartPr/>
              <p14:nvPr/>
            </p14:nvContentPartPr>
            <p14:xfrm>
              <a:off x="5758858" y="1029567"/>
              <a:ext cx="2023200" cy="351720"/>
            </p14:xfrm>
          </p:contentPart>
        </mc:Choice>
        <mc:Fallback xmlns=""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798A3A3E-C0FE-A394-8C5A-A24D2A6C587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749858" y="1020927"/>
                <a:ext cx="204084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D1E83575-9BAE-3628-73C3-4B48570DEDE4}"/>
                  </a:ext>
                </a:extLst>
              </p:cNvPr>
              <p:cNvSpPr txBox="1"/>
              <p:nvPr/>
            </p:nvSpPr>
            <p:spPr>
              <a:xfrm>
                <a:off x="6427115" y="724561"/>
                <a:ext cx="448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784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D1E83575-9BAE-3628-73C3-4B48570DE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115" y="724561"/>
                <a:ext cx="448841" cy="276999"/>
              </a:xfrm>
              <a:prstGeom prst="rect">
                <a:avLst/>
              </a:prstGeom>
              <a:blipFill>
                <a:blip r:embed="rId54"/>
                <a:stretch>
                  <a:fillRect l="-10811" r="-10811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DFDBD5DD-1AFA-F8FE-3DDA-A625BCD21FD6}"/>
                  </a:ext>
                </a:extLst>
              </p:cNvPr>
              <p:cNvSpPr txBox="1"/>
              <p:nvPr/>
            </p:nvSpPr>
            <p:spPr>
              <a:xfrm>
                <a:off x="8452442" y="1483773"/>
                <a:ext cx="320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64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DFDBD5DD-1AFA-F8FE-3DDA-A625BCD21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442" y="1483773"/>
                <a:ext cx="320601" cy="276999"/>
              </a:xfrm>
              <a:prstGeom prst="rect">
                <a:avLst/>
              </a:prstGeom>
              <a:blipFill>
                <a:blip r:embed="rId55"/>
                <a:stretch>
                  <a:fillRect l="-17308" r="-15385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9B75AE38-FD77-9357-4129-0E5A36F6773A}"/>
                  </a:ext>
                </a:extLst>
              </p:cNvPr>
              <p:cNvSpPr txBox="1"/>
              <p:nvPr/>
            </p:nvSpPr>
            <p:spPr>
              <a:xfrm>
                <a:off x="8292141" y="4307209"/>
                <a:ext cx="320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64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9B75AE38-FD77-9357-4129-0E5A36F67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141" y="4307209"/>
                <a:ext cx="320601" cy="276999"/>
              </a:xfrm>
              <a:prstGeom prst="rect">
                <a:avLst/>
              </a:prstGeom>
              <a:blipFill>
                <a:blip r:embed="rId56"/>
                <a:stretch>
                  <a:fillRect l="-15094" r="-15094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789A135-A753-7D19-FC66-4E8CBF850867}"/>
                  </a:ext>
                </a:extLst>
              </p:cNvPr>
              <p:cNvSpPr txBox="1"/>
              <p:nvPr/>
            </p:nvSpPr>
            <p:spPr>
              <a:xfrm>
                <a:off x="8444541" y="2196391"/>
                <a:ext cx="320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64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789A135-A753-7D19-FC66-4E8CBF850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541" y="2196391"/>
                <a:ext cx="320601" cy="276999"/>
              </a:xfrm>
              <a:prstGeom prst="rect">
                <a:avLst/>
              </a:prstGeom>
              <a:blipFill>
                <a:blip r:embed="rId57"/>
                <a:stretch>
                  <a:fillRect l="-15094" r="-15094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EE468573-BE00-7BB3-A441-7BB29AB8CF62}"/>
                  </a:ext>
                </a:extLst>
              </p:cNvPr>
              <p:cNvSpPr txBox="1"/>
              <p:nvPr/>
            </p:nvSpPr>
            <p:spPr>
              <a:xfrm>
                <a:off x="8284241" y="5158327"/>
                <a:ext cx="320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64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EE468573-BE00-7BB3-A441-7BB29AB8C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241" y="5158327"/>
                <a:ext cx="320601" cy="276999"/>
              </a:xfrm>
              <a:prstGeom prst="rect">
                <a:avLst/>
              </a:prstGeom>
              <a:blipFill>
                <a:blip r:embed="rId58"/>
                <a:stretch>
                  <a:fillRect l="-16981" r="-13208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FCF1B145-BC13-F9C6-B1BD-AB6FFB00A1B9}"/>
              </a:ext>
            </a:extLst>
          </p:cNvPr>
          <p:cNvGrpSpPr/>
          <p:nvPr/>
        </p:nvGrpSpPr>
        <p:grpSpPr>
          <a:xfrm>
            <a:off x="8807995" y="3237706"/>
            <a:ext cx="612360" cy="551520"/>
            <a:chOff x="5110160" y="3322000"/>
            <a:chExt cx="61236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75" name="墨迹 174">
                  <a:extLst>
                    <a:ext uri="{FF2B5EF4-FFF2-40B4-BE49-F238E27FC236}">
                      <a16:creationId xmlns:a16="http://schemas.microsoft.com/office/drawing/2014/main" id="{16451E08-15A1-B839-EB6F-CBAABB1375FB}"/>
                    </a:ext>
                  </a:extLst>
                </p14:cNvPr>
                <p14:cNvContentPartPr/>
                <p14:nvPr/>
              </p14:nvContentPartPr>
              <p14:xfrm>
                <a:off x="5110160" y="3515320"/>
                <a:ext cx="379080" cy="360"/>
              </p14:xfrm>
            </p:contentPart>
          </mc:Choice>
          <mc:Fallback xmlns="">
            <p:pic>
              <p:nvPicPr>
                <p:cNvPr id="175" name="墨迹 174">
                  <a:extLst>
                    <a:ext uri="{FF2B5EF4-FFF2-40B4-BE49-F238E27FC236}">
                      <a16:creationId xmlns:a16="http://schemas.microsoft.com/office/drawing/2014/main" id="{16451E08-15A1-B839-EB6F-CBAABB1375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74520" y="3479320"/>
                  <a:ext cx="450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76" name="墨迹 175">
                  <a:extLst>
                    <a:ext uri="{FF2B5EF4-FFF2-40B4-BE49-F238E27FC236}">
                      <a16:creationId xmlns:a16="http://schemas.microsoft.com/office/drawing/2014/main" id="{00A9BF62-EC4A-6184-C015-D45CEA5B04C1}"/>
                    </a:ext>
                  </a:extLst>
                </p14:cNvPr>
                <p14:cNvContentPartPr/>
                <p14:nvPr/>
              </p14:nvContentPartPr>
              <p14:xfrm>
                <a:off x="5407160" y="3322000"/>
                <a:ext cx="315360" cy="551520"/>
              </p14:xfrm>
            </p:contentPart>
          </mc:Choice>
          <mc:Fallback xmlns="">
            <p:pic>
              <p:nvPicPr>
                <p:cNvPr id="176" name="墨迹 175">
                  <a:extLst>
                    <a:ext uri="{FF2B5EF4-FFF2-40B4-BE49-F238E27FC236}">
                      <a16:creationId xmlns:a16="http://schemas.microsoft.com/office/drawing/2014/main" id="{00A9BF62-EC4A-6184-C015-D45CEA5B04C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1160" y="3286360"/>
                  <a:ext cx="387000" cy="62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C3439C41-A207-D696-3498-15FB2BA9C069}"/>
                  </a:ext>
                </a:extLst>
              </p14:cNvPr>
              <p14:cNvContentPartPr/>
              <p14:nvPr/>
            </p14:nvContentPartPr>
            <p14:xfrm>
              <a:off x="9043272" y="3620808"/>
              <a:ext cx="360" cy="360"/>
            </p14:xfrm>
          </p:contentPart>
        </mc:Choice>
        <mc:Fallback xmlns=""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C3439C41-A207-D696-3498-15FB2BA9C06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034272" y="361216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8A246412-C10C-2F3D-D7ED-E8049E560562}"/>
                  </a:ext>
                </a:extLst>
              </p14:cNvPr>
              <p14:cNvContentPartPr/>
              <p14:nvPr/>
            </p14:nvContentPartPr>
            <p14:xfrm>
              <a:off x="9189432" y="3437928"/>
              <a:ext cx="360" cy="360"/>
            </p14:xfrm>
          </p:contentPart>
        </mc:Choice>
        <mc:Fallback xmlns=""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8A246412-C10C-2F3D-D7ED-E8049E56056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180792" y="342928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84" name="文本框 183">
            <a:extLst>
              <a:ext uri="{FF2B5EF4-FFF2-40B4-BE49-F238E27FC236}">
                <a16:creationId xmlns:a16="http://schemas.microsoft.com/office/drawing/2014/main" id="{F8E10D81-163F-1E19-4CBF-E7F569489126}"/>
              </a:ext>
            </a:extLst>
          </p:cNvPr>
          <p:cNvSpPr txBox="1"/>
          <p:nvPr/>
        </p:nvSpPr>
        <p:spPr>
          <a:xfrm>
            <a:off x="9454681" y="3186185"/>
            <a:ext cx="2350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像素值归一化</a:t>
            </a:r>
            <a:endParaRPr lang="en-US" altLang="zh-CN" dirty="0"/>
          </a:p>
          <a:p>
            <a:pPr algn="ctr"/>
            <a:r>
              <a:rPr lang="en-US" altLang="zh-CN" dirty="0"/>
              <a:t>X / 255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0254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9329-E1A8-AD3A-1CAA-13B2C2B64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5157-716A-440C-57FF-BADD0B98B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10" y="237398"/>
            <a:ext cx="10858500" cy="727756"/>
          </a:xfrm>
        </p:spPr>
        <p:txBody>
          <a:bodyPr>
            <a:noAutofit/>
          </a:bodyPr>
          <a:lstStyle/>
          <a:p>
            <a:r>
              <a:rPr lang="en-US" altLang="zh-CN" sz="1800" dirty="0"/>
              <a:t>Input Image</a:t>
            </a:r>
            <a:br>
              <a:rPr lang="en-US" altLang="zh-CN" sz="1800" dirty="0"/>
            </a:br>
            <a:r>
              <a:rPr lang="en-US" altLang="zh-CN" sz="1800" b="0" dirty="0">
                <a:solidFill>
                  <a:srgbClr val="2F2F2F"/>
                </a:solidFill>
              </a:rPr>
              <a:t>1.</a:t>
            </a:r>
            <a:r>
              <a:rPr lang="zh-CN" altLang="en-US" sz="1800" b="0" dirty="0">
                <a:solidFill>
                  <a:srgbClr val="2F2F2F"/>
                </a:solidFill>
              </a:rPr>
              <a:t>以</a:t>
            </a:r>
            <a:r>
              <a:rPr lang="en-US" altLang="zh-CN" sz="1800" b="0" dirty="0">
                <a:solidFill>
                  <a:srgbClr val="2F2F2F"/>
                </a:solidFill>
              </a:rPr>
              <a:t>MNIST</a:t>
            </a:r>
            <a:r>
              <a:rPr lang="zh-CN" altLang="en-US" sz="1800" b="0" dirty="0">
                <a:solidFill>
                  <a:srgbClr val="2F2F2F"/>
                </a:solidFill>
              </a:rPr>
              <a:t>为例：二进制转矩阵</a:t>
            </a:r>
            <a:endParaRPr lang="zh-CN" altLang="zh-CN" sz="1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E87995-3906-42A7-CAEC-BDD2C46CD3B3}"/>
              </a:ext>
            </a:extLst>
          </p:cNvPr>
          <p:cNvSpPr txBox="1"/>
          <p:nvPr/>
        </p:nvSpPr>
        <p:spPr>
          <a:xfrm>
            <a:off x="3557016" y="1280160"/>
            <a:ext cx="687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7······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4]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45854A-EF89-7C38-41E7-1E87A53A1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693" y="2632242"/>
            <a:ext cx="4479843" cy="3199889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5AF67878-9FC4-B7F5-8BF2-D4D5A5927B0F}"/>
              </a:ext>
            </a:extLst>
          </p:cNvPr>
          <p:cNvGrpSpPr/>
          <p:nvPr/>
        </p:nvGrpSpPr>
        <p:grpSpPr>
          <a:xfrm>
            <a:off x="4864392" y="1828728"/>
            <a:ext cx="497880" cy="474480"/>
            <a:chOff x="4864392" y="1828728"/>
            <a:chExt cx="49788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B4DAC8FB-505B-2DF8-CB2A-F2449281A660}"/>
                    </a:ext>
                  </a:extLst>
                </p14:cNvPr>
                <p14:cNvContentPartPr/>
                <p14:nvPr/>
              </p14:nvContentPartPr>
              <p14:xfrm>
                <a:off x="5065632" y="1828728"/>
                <a:ext cx="360" cy="3405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B4DAC8FB-505B-2DF8-CB2A-F2449281A66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56632" y="1819728"/>
                  <a:ext cx="180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4B249E27-235A-340C-3BD7-1CBD2856751F}"/>
                    </a:ext>
                  </a:extLst>
                </p14:cNvPr>
                <p14:cNvContentPartPr/>
                <p14:nvPr/>
              </p14:nvContentPartPr>
              <p14:xfrm>
                <a:off x="4864392" y="2072808"/>
                <a:ext cx="497880" cy="2304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4B249E27-235A-340C-3BD7-1CBD2856751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55752" y="2064168"/>
                  <a:ext cx="515520" cy="24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27064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CD570-AE83-7467-9369-C974EB76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81E4-11F7-02A6-8C3E-FAC0193C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30" y="170076"/>
            <a:ext cx="4795070" cy="537038"/>
          </a:xfrm>
        </p:spPr>
        <p:txBody>
          <a:bodyPr>
            <a:noAutofit/>
          </a:bodyPr>
          <a:lstStyle/>
          <a:p>
            <a:r>
              <a:rPr lang="en-US" altLang="zh-CN" dirty="0"/>
              <a:t>Convolution Layer[</a:t>
            </a:r>
            <a:r>
              <a:rPr lang="zh-CN" altLang="en-US" dirty="0"/>
              <a:t>卷积层</a:t>
            </a:r>
            <a:r>
              <a:rPr lang="en-US" altLang="zh-CN" dirty="0"/>
              <a:t>]</a:t>
            </a:r>
            <a:endParaRPr lang="zh-CN" altLang="zh-CN" dirty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45D9E7C-2344-BF3D-C0E4-6C1877038E0D}"/>
              </a:ext>
            </a:extLst>
          </p:cNvPr>
          <p:cNvGrpSpPr/>
          <p:nvPr/>
        </p:nvGrpSpPr>
        <p:grpSpPr>
          <a:xfrm>
            <a:off x="722376" y="1359410"/>
            <a:ext cx="1984248" cy="1398120"/>
            <a:chOff x="722376" y="1359409"/>
            <a:chExt cx="4834694" cy="4344924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1DFB9FBE-477E-2125-C161-BC4F25E47F35}"/>
                </a:ext>
              </a:extLst>
            </p:cNvPr>
            <p:cNvSpPr/>
            <p:nvPr/>
          </p:nvSpPr>
          <p:spPr>
            <a:xfrm>
              <a:off x="822960" y="1549907"/>
              <a:ext cx="4633526" cy="41468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7F5F8D80-27B6-3337-4FDE-35D0876AF997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212140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457FBCF-BF78-D3B1-1B5F-49B091A55F7C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" y="268528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4AF943A-EC67-F41C-8C40-225F8349E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332536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C427F57-6C42-238E-FBF6-368757DA34F4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" y="3938016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6BB1052-7561-7EA1-238B-239D0F6875E6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4550664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1FFBE60-5FB6-0412-EB98-C74FDAD773EA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513892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47C4F2F-74B8-2603-BAA2-4E05030AC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62456" y="1557529"/>
              <a:ext cx="0" cy="414680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98B6D179-D7E5-7934-FBA6-AD818F906C40}"/>
                </a:ext>
              </a:extLst>
            </p:cNvPr>
            <p:cNvCxnSpPr>
              <a:cxnSpLocks/>
            </p:cNvCxnSpPr>
            <p:nvPr/>
          </p:nvCxnSpPr>
          <p:spPr>
            <a:xfrm>
              <a:off x="1892808" y="1557529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EC3DEBF-FAFA-7B5B-2759-2E8137DCD477}"/>
                </a:ext>
              </a:extLst>
            </p:cNvPr>
            <p:cNvCxnSpPr>
              <a:cxnSpLocks/>
            </p:cNvCxnSpPr>
            <p:nvPr/>
          </p:nvCxnSpPr>
          <p:spPr>
            <a:xfrm>
              <a:off x="2456688" y="1557529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9FCCA5D5-16AB-7B54-5992-D22F4603828D}"/>
                </a:ext>
              </a:extLst>
            </p:cNvPr>
            <p:cNvCxnSpPr>
              <a:cxnSpLocks/>
            </p:cNvCxnSpPr>
            <p:nvPr/>
          </p:nvCxnSpPr>
          <p:spPr>
            <a:xfrm>
              <a:off x="3060192" y="1549907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50687B1C-F94E-83DE-E6DB-B40758BC9A55}"/>
                </a:ext>
              </a:extLst>
            </p:cNvPr>
            <p:cNvCxnSpPr>
              <a:cxnSpLocks/>
            </p:cNvCxnSpPr>
            <p:nvPr/>
          </p:nvCxnSpPr>
          <p:spPr>
            <a:xfrm>
              <a:off x="3718560" y="1549907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9F2BAE0-061C-DF16-736A-4A592DB3AB5E}"/>
                </a:ext>
              </a:extLst>
            </p:cNvPr>
            <p:cNvCxnSpPr>
              <a:cxnSpLocks/>
            </p:cNvCxnSpPr>
            <p:nvPr/>
          </p:nvCxnSpPr>
          <p:spPr>
            <a:xfrm>
              <a:off x="4312920" y="1359409"/>
              <a:ext cx="0" cy="432968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F0716D4F-DFFB-4693-A8B6-EC0FBBDA5EC9}"/>
                </a:ext>
              </a:extLst>
            </p:cNvPr>
            <p:cNvCxnSpPr>
              <a:cxnSpLocks/>
            </p:cNvCxnSpPr>
            <p:nvPr/>
          </p:nvCxnSpPr>
          <p:spPr>
            <a:xfrm>
              <a:off x="4870704" y="1549907"/>
              <a:ext cx="0" cy="415442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3" name="图片 72">
            <a:extLst>
              <a:ext uri="{FF2B5EF4-FFF2-40B4-BE49-F238E27FC236}">
                <a16:creationId xmlns:a16="http://schemas.microsoft.com/office/drawing/2014/main" id="{A54A171A-E57A-6454-CB7D-D67B5F1C4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944" y="573522"/>
            <a:ext cx="884254" cy="622436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84483D88-D187-8442-26D6-EDDCDD94A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58" y="1397920"/>
            <a:ext cx="670512" cy="3881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33643865-9A3F-2E56-956C-644178A5F90A}"/>
                  </a:ext>
                </a:extLst>
              </p14:cNvPr>
              <p14:cNvContentPartPr/>
              <p14:nvPr/>
            </p14:nvContentPartPr>
            <p14:xfrm>
              <a:off x="1086912" y="1499328"/>
              <a:ext cx="19440" cy="164520"/>
            </p14:xfrm>
          </p:contentPart>
        </mc:Choice>
        <mc:Fallback xmlns=""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33643865-9A3F-2E56-956C-644178A5F9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8272" y="1490688"/>
                <a:ext cx="37080" cy="18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3149FD19-619C-C6E8-9275-9F508B5225BC}"/>
              </a:ext>
            </a:extLst>
          </p:cNvPr>
          <p:cNvGrpSpPr/>
          <p:nvPr/>
        </p:nvGrpSpPr>
        <p:grpSpPr>
          <a:xfrm>
            <a:off x="3470308" y="1354505"/>
            <a:ext cx="1901685" cy="1398120"/>
            <a:chOff x="722376" y="1359409"/>
            <a:chExt cx="4834694" cy="4344924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03C88C7-B090-2196-BE6B-EB34FE9469AD}"/>
                </a:ext>
              </a:extLst>
            </p:cNvPr>
            <p:cNvSpPr/>
            <p:nvPr/>
          </p:nvSpPr>
          <p:spPr>
            <a:xfrm>
              <a:off x="822960" y="1549907"/>
              <a:ext cx="4633526" cy="41468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B5B05112-04E0-F8E6-8AA2-9F3C238593A6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212140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7932FEB8-F773-9121-999D-9D69CD1F8594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" y="268528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BF722342-AE34-4223-1856-F4FA5C532068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332536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9858086C-6F1F-EB60-B9F1-0F5081322819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" y="3938016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C32C02C7-FBC8-2924-AC77-6558392F7F62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4550664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42CD0F80-259F-15F3-91EB-EFD1C012EB66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513892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E7781382-E464-DD95-BD74-08A09F46FC9B}"/>
                </a:ext>
              </a:extLst>
            </p:cNvPr>
            <p:cNvCxnSpPr>
              <a:cxnSpLocks/>
            </p:cNvCxnSpPr>
            <p:nvPr/>
          </p:nvCxnSpPr>
          <p:spPr>
            <a:xfrm>
              <a:off x="1362456" y="1557529"/>
              <a:ext cx="0" cy="414680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DEF5BFC0-07F4-8FBD-CD0B-89F16C8BB3B2}"/>
                </a:ext>
              </a:extLst>
            </p:cNvPr>
            <p:cNvCxnSpPr>
              <a:cxnSpLocks/>
            </p:cNvCxnSpPr>
            <p:nvPr/>
          </p:nvCxnSpPr>
          <p:spPr>
            <a:xfrm>
              <a:off x="1892808" y="1557529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AAC9159A-9C1C-3FA8-5CB3-ECECBE5A51C4}"/>
                </a:ext>
              </a:extLst>
            </p:cNvPr>
            <p:cNvCxnSpPr>
              <a:cxnSpLocks/>
            </p:cNvCxnSpPr>
            <p:nvPr/>
          </p:nvCxnSpPr>
          <p:spPr>
            <a:xfrm>
              <a:off x="2456688" y="1557529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8730A470-D695-BE38-AE12-7949DDA97AD2}"/>
                </a:ext>
              </a:extLst>
            </p:cNvPr>
            <p:cNvCxnSpPr>
              <a:cxnSpLocks/>
            </p:cNvCxnSpPr>
            <p:nvPr/>
          </p:nvCxnSpPr>
          <p:spPr>
            <a:xfrm>
              <a:off x="3060192" y="1549907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90BD2CCF-C672-BAB6-A3F7-B9C103B4A042}"/>
                </a:ext>
              </a:extLst>
            </p:cNvPr>
            <p:cNvCxnSpPr>
              <a:cxnSpLocks/>
            </p:cNvCxnSpPr>
            <p:nvPr/>
          </p:nvCxnSpPr>
          <p:spPr>
            <a:xfrm>
              <a:off x="3718560" y="1549907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EE17B063-D1DA-617D-7506-CE1871E54E77}"/>
                </a:ext>
              </a:extLst>
            </p:cNvPr>
            <p:cNvCxnSpPr>
              <a:cxnSpLocks/>
            </p:cNvCxnSpPr>
            <p:nvPr/>
          </p:nvCxnSpPr>
          <p:spPr>
            <a:xfrm>
              <a:off x="4312920" y="1359409"/>
              <a:ext cx="0" cy="432968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2F23746-DC46-DF39-897B-7D443C8A880E}"/>
                </a:ext>
              </a:extLst>
            </p:cNvPr>
            <p:cNvCxnSpPr>
              <a:cxnSpLocks/>
            </p:cNvCxnSpPr>
            <p:nvPr/>
          </p:nvCxnSpPr>
          <p:spPr>
            <a:xfrm>
              <a:off x="4870704" y="1549907"/>
              <a:ext cx="0" cy="415442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3" name="图片 92">
            <a:extLst>
              <a:ext uri="{FF2B5EF4-FFF2-40B4-BE49-F238E27FC236}">
                <a16:creationId xmlns:a16="http://schemas.microsoft.com/office/drawing/2014/main" id="{7AE6A442-8C1F-411F-B925-33941D0C7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71" y="1405635"/>
            <a:ext cx="670512" cy="3881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ADA54404-57DB-37E5-0C20-267AF5776E0F}"/>
                  </a:ext>
                </a:extLst>
              </p14:cNvPr>
              <p14:cNvContentPartPr/>
              <p14:nvPr/>
            </p14:nvContentPartPr>
            <p14:xfrm>
              <a:off x="3992472" y="1544328"/>
              <a:ext cx="193320" cy="166680"/>
            </p14:xfrm>
          </p:contentPart>
        </mc:Choice>
        <mc:Fallback xmlns=""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ADA54404-57DB-37E5-0C20-267AF5776E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83472" y="1535328"/>
                <a:ext cx="2109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979C1E23-69FC-151F-80FD-056FEE507B58}"/>
                  </a:ext>
                </a:extLst>
              </p14:cNvPr>
              <p14:cNvContentPartPr/>
              <p14:nvPr/>
            </p14:nvContentPartPr>
            <p14:xfrm>
              <a:off x="5592412" y="2050752"/>
              <a:ext cx="360" cy="360"/>
            </p14:xfrm>
          </p:contentPart>
        </mc:Choice>
        <mc:Fallback xmlns=""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979C1E23-69FC-151F-80FD-056FEE507B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29412" y="198775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E4BC1360-6897-76FD-A840-1C2CF4BF447F}"/>
                  </a:ext>
                </a:extLst>
              </p14:cNvPr>
              <p14:cNvContentPartPr/>
              <p14:nvPr/>
            </p14:nvContentPartPr>
            <p14:xfrm>
              <a:off x="6014599" y="2031486"/>
              <a:ext cx="360" cy="360"/>
            </p14:xfrm>
          </p:contentPart>
        </mc:Choice>
        <mc:Fallback xmlns=""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E4BC1360-6897-76FD-A840-1C2CF4BF447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51599" y="196884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56382C79-2868-2776-737C-B85353DBCC61}"/>
                  </a:ext>
                </a:extLst>
              </p14:cNvPr>
              <p14:cNvContentPartPr/>
              <p14:nvPr/>
            </p14:nvContentPartPr>
            <p14:xfrm>
              <a:off x="6470283" y="2031846"/>
              <a:ext cx="360" cy="360"/>
            </p14:xfrm>
          </p:contentPart>
        </mc:Choice>
        <mc:Fallback xmlns=""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56382C79-2868-2776-737C-B85353DBCC6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07283" y="1969206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9AB4DA29-E734-5DBE-606C-C24B09A00396}"/>
              </a:ext>
            </a:extLst>
          </p:cNvPr>
          <p:cNvGrpSpPr/>
          <p:nvPr/>
        </p:nvGrpSpPr>
        <p:grpSpPr>
          <a:xfrm>
            <a:off x="6751931" y="1335599"/>
            <a:ext cx="1901685" cy="1398120"/>
            <a:chOff x="722376" y="1359409"/>
            <a:chExt cx="4834694" cy="4344924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A9074F5-FBC3-0FD5-22CA-CFB17A1D0044}"/>
                </a:ext>
              </a:extLst>
            </p:cNvPr>
            <p:cNvSpPr/>
            <p:nvPr/>
          </p:nvSpPr>
          <p:spPr>
            <a:xfrm>
              <a:off x="822960" y="1549907"/>
              <a:ext cx="4633526" cy="41468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2A05D037-8EBC-0C14-332F-C98662C263E8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212140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D455AD43-3E30-4145-42AA-8A0023E97956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" y="268528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B7121837-9189-FA89-9E04-CE5719A36448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332536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908C6CEA-E6AB-8D99-00F6-5351ED8E8DE5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" y="3938016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F305D89A-B041-E8F0-D383-C42702AE33CD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4550664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F0835F06-1DD7-2F80-726E-B436CA1EF4B1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513892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BD293DAE-CFDB-E1D1-DF3A-E4111CD48E25}"/>
                </a:ext>
              </a:extLst>
            </p:cNvPr>
            <p:cNvCxnSpPr>
              <a:cxnSpLocks/>
            </p:cNvCxnSpPr>
            <p:nvPr/>
          </p:nvCxnSpPr>
          <p:spPr>
            <a:xfrm>
              <a:off x="1362456" y="1557529"/>
              <a:ext cx="0" cy="414680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AF661E86-3D79-F23F-CC46-EE751D6B547B}"/>
                </a:ext>
              </a:extLst>
            </p:cNvPr>
            <p:cNvCxnSpPr>
              <a:cxnSpLocks/>
            </p:cNvCxnSpPr>
            <p:nvPr/>
          </p:nvCxnSpPr>
          <p:spPr>
            <a:xfrm>
              <a:off x="1892808" y="1557529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19988CAA-BCB1-AF40-DFCF-93248E4A58F8}"/>
                </a:ext>
              </a:extLst>
            </p:cNvPr>
            <p:cNvCxnSpPr>
              <a:cxnSpLocks/>
            </p:cNvCxnSpPr>
            <p:nvPr/>
          </p:nvCxnSpPr>
          <p:spPr>
            <a:xfrm>
              <a:off x="2456688" y="1557529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AD8F9C22-3FE8-D401-3AA6-6FFF5B7C64A9}"/>
                </a:ext>
              </a:extLst>
            </p:cNvPr>
            <p:cNvCxnSpPr>
              <a:cxnSpLocks/>
            </p:cNvCxnSpPr>
            <p:nvPr/>
          </p:nvCxnSpPr>
          <p:spPr>
            <a:xfrm>
              <a:off x="3060192" y="1549907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B46815FF-8500-1427-96F6-DD029CC166D3}"/>
                </a:ext>
              </a:extLst>
            </p:cNvPr>
            <p:cNvCxnSpPr>
              <a:cxnSpLocks/>
            </p:cNvCxnSpPr>
            <p:nvPr/>
          </p:nvCxnSpPr>
          <p:spPr>
            <a:xfrm>
              <a:off x="3718560" y="1549907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4650B5A1-E293-62E8-8945-4112A2E1B1F6}"/>
                </a:ext>
              </a:extLst>
            </p:cNvPr>
            <p:cNvCxnSpPr>
              <a:cxnSpLocks/>
            </p:cNvCxnSpPr>
            <p:nvPr/>
          </p:nvCxnSpPr>
          <p:spPr>
            <a:xfrm>
              <a:off x="4312920" y="1359409"/>
              <a:ext cx="0" cy="432968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286089C1-2D94-CBCF-2DAD-6E1F266C0623}"/>
                </a:ext>
              </a:extLst>
            </p:cNvPr>
            <p:cNvCxnSpPr>
              <a:cxnSpLocks/>
            </p:cNvCxnSpPr>
            <p:nvPr/>
          </p:nvCxnSpPr>
          <p:spPr>
            <a:xfrm>
              <a:off x="4870704" y="1549907"/>
              <a:ext cx="0" cy="415442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5" name="图片 124">
            <a:extLst>
              <a:ext uri="{FF2B5EF4-FFF2-40B4-BE49-F238E27FC236}">
                <a16:creationId xmlns:a16="http://schemas.microsoft.com/office/drawing/2014/main" id="{D6990202-53EF-F55B-CCAF-615ADA23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407" y="1573816"/>
            <a:ext cx="628664" cy="3881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1790E369-1F8D-9E10-9D09-4A7982FC1557}"/>
                  </a:ext>
                </a:extLst>
              </p14:cNvPr>
              <p14:cNvContentPartPr/>
              <p14:nvPr/>
            </p14:nvContentPartPr>
            <p14:xfrm>
              <a:off x="8872654" y="2021430"/>
              <a:ext cx="360" cy="360"/>
            </p14:xfrm>
          </p:contentPart>
        </mc:Choice>
        <mc:Fallback xmlns=""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1790E369-1F8D-9E10-9D09-4A7982FC15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09654" y="195843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5CA117CC-441D-C0A4-42FD-1340218C6BA7}"/>
                  </a:ext>
                </a:extLst>
              </p14:cNvPr>
              <p14:cNvContentPartPr/>
              <p14:nvPr/>
            </p14:nvContentPartPr>
            <p14:xfrm>
              <a:off x="9194141" y="2021070"/>
              <a:ext cx="360" cy="360"/>
            </p14:xfrm>
          </p:contentPart>
        </mc:Choice>
        <mc:Fallback xmlns=""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5CA117CC-441D-C0A4-42FD-1340218C6B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31141" y="195807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0EE29201-209C-609A-DA66-A93B7A9E41CE}"/>
                  </a:ext>
                </a:extLst>
              </p14:cNvPr>
              <p14:cNvContentPartPr/>
              <p14:nvPr/>
            </p14:nvContentPartPr>
            <p14:xfrm>
              <a:off x="9563583" y="2031486"/>
              <a:ext cx="360" cy="360"/>
            </p14:xfrm>
          </p:contentPart>
        </mc:Choice>
        <mc:Fallback xmlns=""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0EE29201-209C-609A-DA66-A93B7A9E41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00583" y="1968486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9CA86698-7DF6-3BE5-695A-FF08E1779A08}"/>
              </a:ext>
            </a:extLst>
          </p:cNvPr>
          <p:cNvGrpSpPr/>
          <p:nvPr/>
        </p:nvGrpSpPr>
        <p:grpSpPr>
          <a:xfrm>
            <a:off x="9832557" y="1356957"/>
            <a:ext cx="1901685" cy="1398120"/>
            <a:chOff x="722376" y="1359409"/>
            <a:chExt cx="4834694" cy="4344924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8E510C7F-FD04-CE9F-C04C-7E6FD19B4AE2}"/>
                </a:ext>
              </a:extLst>
            </p:cNvPr>
            <p:cNvSpPr/>
            <p:nvPr/>
          </p:nvSpPr>
          <p:spPr>
            <a:xfrm>
              <a:off x="822960" y="1549907"/>
              <a:ext cx="4633526" cy="41468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EFCD4826-DF06-41A8-ADEE-53638A681A4C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212140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7261FF76-BDAB-C1A5-1F34-168BE2543C21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" y="268528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5CB58243-D9F6-64A3-6F11-5C6D8F205DEE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332536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AEF1DFFC-3393-BE35-1092-7632C7C7A59D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" y="3938016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0CBB5596-D63C-FC79-49D7-EF664BEDA47C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4550664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A2EE6DA0-F6D3-5130-C0B2-BB2E38170074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5138928"/>
              <a:ext cx="47341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CDCB0C53-FA42-74DB-1455-1185ED2E41AD}"/>
                </a:ext>
              </a:extLst>
            </p:cNvPr>
            <p:cNvCxnSpPr>
              <a:cxnSpLocks/>
            </p:cNvCxnSpPr>
            <p:nvPr/>
          </p:nvCxnSpPr>
          <p:spPr>
            <a:xfrm>
              <a:off x="1362456" y="1557529"/>
              <a:ext cx="0" cy="414680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5D33F9DD-7ED0-9BF8-654A-BF933A8EBD1B}"/>
                </a:ext>
              </a:extLst>
            </p:cNvPr>
            <p:cNvCxnSpPr>
              <a:cxnSpLocks/>
            </p:cNvCxnSpPr>
            <p:nvPr/>
          </p:nvCxnSpPr>
          <p:spPr>
            <a:xfrm>
              <a:off x="1892808" y="1557529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D4870634-86C3-B149-1BF7-5E4CBAE29065}"/>
                </a:ext>
              </a:extLst>
            </p:cNvPr>
            <p:cNvCxnSpPr>
              <a:cxnSpLocks/>
            </p:cNvCxnSpPr>
            <p:nvPr/>
          </p:nvCxnSpPr>
          <p:spPr>
            <a:xfrm>
              <a:off x="2456688" y="1557529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DDFB0DF2-716F-569F-29FB-95E21C4A28E2}"/>
                </a:ext>
              </a:extLst>
            </p:cNvPr>
            <p:cNvCxnSpPr>
              <a:cxnSpLocks/>
            </p:cNvCxnSpPr>
            <p:nvPr/>
          </p:nvCxnSpPr>
          <p:spPr>
            <a:xfrm>
              <a:off x="3060192" y="1549907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505042FF-429B-5753-8595-3CC27C3C6E85}"/>
                </a:ext>
              </a:extLst>
            </p:cNvPr>
            <p:cNvCxnSpPr>
              <a:cxnSpLocks/>
            </p:cNvCxnSpPr>
            <p:nvPr/>
          </p:nvCxnSpPr>
          <p:spPr>
            <a:xfrm>
              <a:off x="3718560" y="1549907"/>
              <a:ext cx="0" cy="413918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2C9120E3-B9ED-C4CF-6A4E-CF479A86D38B}"/>
                </a:ext>
              </a:extLst>
            </p:cNvPr>
            <p:cNvCxnSpPr>
              <a:cxnSpLocks/>
            </p:cNvCxnSpPr>
            <p:nvPr/>
          </p:nvCxnSpPr>
          <p:spPr>
            <a:xfrm>
              <a:off x="4312920" y="1359409"/>
              <a:ext cx="0" cy="432968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23815F80-3BF4-35E5-0D7E-FA91142789E7}"/>
                </a:ext>
              </a:extLst>
            </p:cNvPr>
            <p:cNvCxnSpPr>
              <a:cxnSpLocks/>
            </p:cNvCxnSpPr>
            <p:nvPr/>
          </p:nvCxnSpPr>
          <p:spPr>
            <a:xfrm>
              <a:off x="4870704" y="1549907"/>
              <a:ext cx="0" cy="415442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7" name="图片 146">
            <a:extLst>
              <a:ext uri="{FF2B5EF4-FFF2-40B4-BE49-F238E27FC236}">
                <a16:creationId xmlns:a16="http://schemas.microsoft.com/office/drawing/2014/main" id="{D4641D19-79E8-E134-49DF-EFEAA6536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805" y="2366091"/>
            <a:ext cx="670512" cy="3881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FBE52736-E8EC-EE20-04CE-6D9DD1B55593}"/>
                  </a:ext>
                </a:extLst>
              </p:cNvPr>
              <p:cNvSpPr txBox="1"/>
              <p:nvPr/>
            </p:nvSpPr>
            <p:spPr>
              <a:xfrm>
                <a:off x="9349740" y="754680"/>
                <a:ext cx="13898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dirty="0"/>
                  <a:t>kernel</a:t>
                </a:r>
                <a14:m>
                  <m:oMath xmlns:m="http://schemas.openxmlformats.org/officeDocument/2006/math"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0">
                        <a:latin typeface="Cambria Math" panose="02040503050406030204" pitchFamily="18" charset="0"/>
                      </a:rPr>
                      <m:t>2×3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FBE52736-E8EC-EE20-04CE-6D9DD1B55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9740" y="754680"/>
                <a:ext cx="1389804" cy="276999"/>
              </a:xfrm>
              <a:prstGeom prst="rect">
                <a:avLst/>
              </a:prstGeom>
              <a:blipFill>
                <a:blip r:embed="rId15"/>
                <a:stretch>
                  <a:fillRect l="-10526" t="-28889" r="-4825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92F97499-8106-A566-3B3B-D1F94A8D76D8}"/>
                  </a:ext>
                </a:extLst>
              </p:cNvPr>
              <p:cNvSpPr txBox="1"/>
              <p:nvPr/>
            </p:nvSpPr>
            <p:spPr>
              <a:xfrm>
                <a:off x="910620" y="746240"/>
                <a:ext cx="1282402" cy="5551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矩阵</m:t>
                    </m:r>
                  </m:oMath>
                </a14:m>
                <a:r>
                  <a:rPr lang="zh-CN" altLang="en-US" dirty="0"/>
                  <a:t>：</a:t>
                </a:r>
                <a:r>
                  <a:rPr lang="en-US" altLang="zh-CN" dirty="0"/>
                  <a:t>[H,W]</a:t>
                </a:r>
              </a:p>
              <a:p>
                <a:r>
                  <a:rPr lang="en-US" altLang="zh-CN" dirty="0"/>
                  <a:t>           [7 , 8]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92F97499-8106-A566-3B3B-D1F94A8D7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20" y="746240"/>
                <a:ext cx="1282402" cy="555152"/>
              </a:xfrm>
              <a:prstGeom prst="rect">
                <a:avLst/>
              </a:prstGeom>
              <a:blipFill>
                <a:blip r:embed="rId16"/>
                <a:stretch>
                  <a:fillRect l="-9005" t="-14286" r="-10427" b="-263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617261C7-75E6-E2E2-30E0-3599CC2981FC}"/>
                  </a:ext>
                </a:extLst>
              </p:cNvPr>
              <p:cNvSpPr txBox="1"/>
              <p:nvPr/>
            </p:nvSpPr>
            <p:spPr>
              <a:xfrm>
                <a:off x="5451015" y="754680"/>
                <a:ext cx="11271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𝑠𝑡𝑟𝑖𝑑𝑒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617261C7-75E6-E2E2-30E0-3599CC298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015" y="754680"/>
                <a:ext cx="1127168" cy="276999"/>
              </a:xfrm>
              <a:prstGeom prst="rect">
                <a:avLst/>
              </a:prstGeom>
              <a:blipFill>
                <a:blip r:embed="rId17"/>
                <a:stretch>
                  <a:fillRect l="-4324" r="-432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707DDC8D-B03D-B10E-8798-E24FCA4D54D0}"/>
                  </a:ext>
                </a:extLst>
              </p:cNvPr>
              <p:cNvSpPr txBox="1"/>
              <p:nvPr/>
            </p:nvSpPr>
            <p:spPr>
              <a:xfrm>
                <a:off x="2258126" y="4104065"/>
                <a:ext cx="260891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 – </m:t>
                          </m:r>
                          <m:sSub>
                            <m:sSubPr>
                              <m:ctrlPr>
                                <a:rPr lang="zh-CN" altLang="en-US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 err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707DDC8D-B03D-B10E-8798-E24FCA4D5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126" y="4104065"/>
                <a:ext cx="2608919" cy="52046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F0F27AEB-7C51-8898-936E-BD95D180E218}"/>
                  </a:ext>
                </a:extLst>
              </p:cNvPr>
              <p:cNvSpPr txBox="1"/>
              <p:nvPr/>
            </p:nvSpPr>
            <p:spPr>
              <a:xfrm>
                <a:off x="2193022" y="4867770"/>
                <a:ext cx="2613471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 – </m:t>
                          </m:r>
                          <m:sSub>
                            <m:sSubPr>
                              <m:ctrlPr>
                                <a:rPr lang="zh-CN" altLang="en-US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 err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F0F27AEB-7C51-8898-936E-BD95D180E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022" y="4867770"/>
                <a:ext cx="2613471" cy="52046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8FCEBFF0-235C-400C-8280-C390DF0535DD}"/>
              </a:ext>
            </a:extLst>
          </p:cNvPr>
          <p:cNvCxnSpPr>
            <a:cxnSpLocks/>
          </p:cNvCxnSpPr>
          <p:nvPr/>
        </p:nvCxnSpPr>
        <p:spPr>
          <a:xfrm>
            <a:off x="4161979" y="4804853"/>
            <a:ext cx="4925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0F437BC1-044B-1233-49D1-A8C3AAFC8DB8}"/>
              </a:ext>
            </a:extLst>
          </p:cNvPr>
          <p:cNvCxnSpPr>
            <a:cxnSpLocks/>
          </p:cNvCxnSpPr>
          <p:nvPr/>
        </p:nvCxnSpPr>
        <p:spPr>
          <a:xfrm>
            <a:off x="4159628" y="3071471"/>
            <a:ext cx="0" cy="19908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" name="图片 285">
            <a:extLst>
              <a:ext uri="{FF2B5EF4-FFF2-40B4-BE49-F238E27FC236}">
                <a16:creationId xmlns:a16="http://schemas.microsoft.com/office/drawing/2014/main" id="{57645DBF-EFF4-D160-821B-C3FECDE869A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8648" y="4066873"/>
            <a:ext cx="1328874" cy="1355883"/>
          </a:xfrm>
          <a:prstGeom prst="rect">
            <a:avLst/>
          </a:prstGeom>
        </p:spPr>
      </p:pic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06A74D69-AB6E-C99F-272B-E3DFBF18DD37}"/>
              </a:ext>
            </a:extLst>
          </p:cNvPr>
          <p:cNvCxnSpPr>
            <a:cxnSpLocks/>
          </p:cNvCxnSpPr>
          <p:nvPr/>
        </p:nvCxnSpPr>
        <p:spPr>
          <a:xfrm>
            <a:off x="11355211" y="3428999"/>
            <a:ext cx="0" cy="2461533"/>
          </a:xfrm>
          <a:prstGeom prst="lin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>
            <a:extLst>
              <a:ext uri="{FF2B5EF4-FFF2-40B4-BE49-F238E27FC236}">
                <a16:creationId xmlns:a16="http://schemas.microsoft.com/office/drawing/2014/main" id="{DCD13049-249B-A297-C700-F87970633D2A}"/>
              </a:ext>
            </a:extLst>
          </p:cNvPr>
          <p:cNvCxnSpPr>
            <a:cxnSpLocks/>
          </p:cNvCxnSpPr>
          <p:nvPr/>
        </p:nvCxnSpPr>
        <p:spPr>
          <a:xfrm>
            <a:off x="8886732" y="5264031"/>
            <a:ext cx="2468479" cy="0"/>
          </a:xfrm>
          <a:prstGeom prst="lin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>
            <a:extLst>
              <a:ext uri="{FF2B5EF4-FFF2-40B4-BE49-F238E27FC236}">
                <a16:creationId xmlns:a16="http://schemas.microsoft.com/office/drawing/2014/main" id="{94ED579A-1890-DA0E-89BE-027BD8E8A8C4}"/>
              </a:ext>
            </a:extLst>
          </p:cNvPr>
          <p:cNvCxnSpPr>
            <a:cxnSpLocks/>
          </p:cNvCxnSpPr>
          <p:nvPr/>
        </p:nvCxnSpPr>
        <p:spPr>
          <a:xfrm>
            <a:off x="8886732" y="5556366"/>
            <a:ext cx="2468479" cy="0"/>
          </a:xfrm>
          <a:prstGeom prst="lin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>
            <a:extLst>
              <a:ext uri="{FF2B5EF4-FFF2-40B4-BE49-F238E27FC236}">
                <a16:creationId xmlns:a16="http://schemas.microsoft.com/office/drawing/2014/main" id="{E53BC00B-172F-371F-99CD-F28A7D434071}"/>
              </a:ext>
            </a:extLst>
          </p:cNvPr>
          <p:cNvCxnSpPr>
            <a:cxnSpLocks/>
          </p:cNvCxnSpPr>
          <p:nvPr/>
        </p:nvCxnSpPr>
        <p:spPr>
          <a:xfrm>
            <a:off x="11076630" y="3429000"/>
            <a:ext cx="0" cy="2461533"/>
          </a:xfrm>
          <a:prstGeom prst="lin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8" name="墨迹 337">
                <a:extLst>
                  <a:ext uri="{FF2B5EF4-FFF2-40B4-BE49-F238E27FC236}">
                    <a16:creationId xmlns:a16="http://schemas.microsoft.com/office/drawing/2014/main" id="{9D31EBF6-1C1F-DA42-62C9-29D10AA63564}"/>
                  </a:ext>
                </a:extLst>
              </p14:cNvPr>
              <p14:cNvContentPartPr/>
              <p14:nvPr/>
            </p14:nvContentPartPr>
            <p14:xfrm>
              <a:off x="11140280" y="3195200"/>
              <a:ext cx="360" cy="360"/>
            </p14:xfrm>
          </p:contentPart>
        </mc:Choice>
        <mc:Fallback xmlns="">
          <p:pic>
            <p:nvPicPr>
              <p:cNvPr id="338" name="墨迹 337">
                <a:extLst>
                  <a:ext uri="{FF2B5EF4-FFF2-40B4-BE49-F238E27FC236}">
                    <a16:creationId xmlns:a16="http://schemas.microsoft.com/office/drawing/2014/main" id="{9D31EBF6-1C1F-DA42-62C9-29D10AA6356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131280" y="3186200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366" name="直接连接符 365">
            <a:extLst>
              <a:ext uri="{FF2B5EF4-FFF2-40B4-BE49-F238E27FC236}">
                <a16:creationId xmlns:a16="http://schemas.microsoft.com/office/drawing/2014/main" id="{F3AE355E-8393-9831-1093-DE86A2B8AB8A}"/>
              </a:ext>
            </a:extLst>
          </p:cNvPr>
          <p:cNvCxnSpPr>
            <a:cxnSpLocks/>
          </p:cNvCxnSpPr>
          <p:nvPr/>
        </p:nvCxnSpPr>
        <p:spPr>
          <a:xfrm>
            <a:off x="8246246" y="3462064"/>
            <a:ext cx="0" cy="21569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7" name="图片 376">
            <a:extLst>
              <a:ext uri="{FF2B5EF4-FFF2-40B4-BE49-F238E27FC236}">
                <a16:creationId xmlns:a16="http://schemas.microsoft.com/office/drawing/2014/main" id="{6225560D-7576-C7D7-506A-1214E38B75C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68590" y="3355258"/>
            <a:ext cx="2904762" cy="2961905"/>
          </a:xfrm>
          <a:prstGeom prst="rect">
            <a:avLst/>
          </a:prstGeom>
        </p:spPr>
      </p:pic>
      <p:pic>
        <p:nvPicPr>
          <p:cNvPr id="380" name="图片 379">
            <a:extLst>
              <a:ext uri="{FF2B5EF4-FFF2-40B4-BE49-F238E27FC236}">
                <a16:creationId xmlns:a16="http://schemas.microsoft.com/office/drawing/2014/main" id="{16515D07-2550-04EF-321D-109579F1746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05234" y="3726382"/>
            <a:ext cx="2801722" cy="21569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C38CC06-19F1-291D-E732-F09217416A17}"/>
                  </a:ext>
                </a:extLst>
              </p:cNvPr>
              <p:cNvSpPr txBox="1"/>
              <p:nvPr/>
            </p:nvSpPr>
            <p:spPr>
              <a:xfrm>
                <a:off x="6061131" y="3125418"/>
                <a:ext cx="13681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𝑝𝑎𝑑𝑑𝑖𝑛𝑔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C38CC06-19F1-291D-E732-F09217416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131" y="3125418"/>
                <a:ext cx="1368131" cy="276999"/>
              </a:xfrm>
              <a:prstGeom prst="rect">
                <a:avLst/>
              </a:prstGeom>
              <a:blipFill>
                <a:blip r:embed="rId25"/>
                <a:stretch>
                  <a:fillRect l="-5333" t="-2222" r="-3111" b="-3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021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1560-062E-C36F-5DE5-036AD52C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矩形 206">
            <a:extLst>
              <a:ext uri="{FF2B5EF4-FFF2-40B4-BE49-F238E27FC236}">
                <a16:creationId xmlns:a16="http://schemas.microsoft.com/office/drawing/2014/main" id="{A0BDDA0D-6227-C3DF-B56E-4333D6E897AE}"/>
              </a:ext>
            </a:extLst>
          </p:cNvPr>
          <p:cNvSpPr/>
          <p:nvPr/>
        </p:nvSpPr>
        <p:spPr>
          <a:xfrm>
            <a:off x="8126661" y="750945"/>
            <a:ext cx="3758184" cy="195902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6B163-3744-28D5-60DC-04A68ACC5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" y="121568"/>
            <a:ext cx="8850116" cy="537038"/>
          </a:xfrm>
        </p:spPr>
        <p:txBody>
          <a:bodyPr>
            <a:noAutofit/>
          </a:bodyPr>
          <a:lstStyle/>
          <a:p>
            <a:r>
              <a:rPr lang="en-US" altLang="zh-CN" dirty="0"/>
              <a:t>Convolution Layer[</a:t>
            </a:r>
            <a:r>
              <a:rPr lang="zh-CN" altLang="en-US" dirty="0"/>
              <a:t>卷积层</a:t>
            </a:r>
            <a:r>
              <a:rPr lang="en-US" altLang="zh-CN" dirty="0"/>
              <a:t>]+</a:t>
            </a:r>
            <a:r>
              <a:rPr lang="zh-CN" altLang="zh-CN" dirty="0"/>
              <a:t>Activation Layer</a:t>
            </a:r>
            <a:r>
              <a:rPr lang="en-US" altLang="zh-CN" dirty="0"/>
              <a:t>[</a:t>
            </a:r>
            <a:r>
              <a:rPr lang="zh-CN" altLang="en-US" dirty="0"/>
              <a:t>激活层</a:t>
            </a:r>
            <a:r>
              <a:rPr lang="en-US" altLang="zh-CN" dirty="0"/>
              <a:t>]</a:t>
            </a:r>
            <a:endParaRPr lang="zh-CN" altLang="zh-CN" dirty="0"/>
          </a:p>
        </p:txBody>
      </p: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A714FFD1-A8F2-ABF6-FA37-E2100C7D804D}"/>
              </a:ext>
            </a:extLst>
          </p:cNvPr>
          <p:cNvCxnSpPr>
            <a:cxnSpLocks/>
          </p:cNvCxnSpPr>
          <p:nvPr/>
        </p:nvCxnSpPr>
        <p:spPr>
          <a:xfrm>
            <a:off x="4161979" y="4804853"/>
            <a:ext cx="4925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A0E720CD-7FA2-79C7-07BC-DD370F1E506F}"/>
              </a:ext>
            </a:extLst>
          </p:cNvPr>
          <p:cNvCxnSpPr>
            <a:cxnSpLocks/>
          </p:cNvCxnSpPr>
          <p:nvPr/>
        </p:nvCxnSpPr>
        <p:spPr>
          <a:xfrm>
            <a:off x="4159628" y="3071471"/>
            <a:ext cx="0" cy="19908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>
            <a:extLst>
              <a:ext uri="{FF2B5EF4-FFF2-40B4-BE49-F238E27FC236}">
                <a16:creationId xmlns:a16="http://schemas.microsoft.com/office/drawing/2014/main" id="{80FD324D-1CF5-106A-62DF-18A6FCF499C6}"/>
              </a:ext>
            </a:extLst>
          </p:cNvPr>
          <p:cNvCxnSpPr>
            <a:cxnSpLocks/>
          </p:cNvCxnSpPr>
          <p:nvPr/>
        </p:nvCxnSpPr>
        <p:spPr>
          <a:xfrm>
            <a:off x="8886732" y="5556366"/>
            <a:ext cx="2468479" cy="0"/>
          </a:xfrm>
          <a:prstGeom prst="lin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8" name="墨迹 337">
                <a:extLst>
                  <a:ext uri="{FF2B5EF4-FFF2-40B4-BE49-F238E27FC236}">
                    <a16:creationId xmlns:a16="http://schemas.microsoft.com/office/drawing/2014/main" id="{8A6D03E4-9246-33F5-2E71-62B2C31904A5}"/>
                  </a:ext>
                </a:extLst>
              </p14:cNvPr>
              <p14:cNvContentPartPr/>
              <p14:nvPr/>
            </p14:nvContentPartPr>
            <p14:xfrm>
              <a:off x="11140280" y="3195200"/>
              <a:ext cx="360" cy="360"/>
            </p14:xfrm>
          </p:contentPart>
        </mc:Choice>
        <mc:Fallback xmlns="">
          <p:pic>
            <p:nvPicPr>
              <p:cNvPr id="338" name="墨迹 337">
                <a:extLst>
                  <a:ext uri="{FF2B5EF4-FFF2-40B4-BE49-F238E27FC236}">
                    <a16:creationId xmlns:a16="http://schemas.microsoft.com/office/drawing/2014/main" id="{9D31EBF6-1C1F-DA42-62C9-29D10AA6356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131280" y="31862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08A6C10-42EF-D8D2-542E-F9D3DF4CBA87}"/>
                  </a:ext>
                </a:extLst>
              </p:cNvPr>
              <p:cNvSpPr txBox="1"/>
              <p:nvPr/>
            </p:nvSpPr>
            <p:spPr>
              <a:xfrm>
                <a:off x="588806" y="2760184"/>
                <a:ext cx="127300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zh-CN" altLang="en-US" sz="48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48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08A6C10-42EF-D8D2-542E-F9D3DF4CB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06" y="2760184"/>
                <a:ext cx="1273005" cy="73866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A163DA4-61D7-309D-2700-9D2F277F0A08}"/>
                  </a:ext>
                </a:extLst>
              </p:cNvPr>
              <p:cNvSpPr txBox="1"/>
              <p:nvPr/>
            </p:nvSpPr>
            <p:spPr>
              <a:xfrm>
                <a:off x="2374217" y="2694580"/>
                <a:ext cx="1273005" cy="741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48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A163DA4-61D7-309D-2700-9D2F277F0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217" y="2694580"/>
                <a:ext cx="1273005" cy="7411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68C4ED87-0CCB-3271-BB48-118AB9DFD4C8}"/>
                  </a:ext>
                </a:extLst>
              </p:cNvPr>
              <p:cNvSpPr txBox="1"/>
              <p:nvPr/>
            </p:nvSpPr>
            <p:spPr>
              <a:xfrm>
                <a:off x="4185792" y="675635"/>
                <a:ext cx="1535805" cy="778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68C4ED87-0CCB-3271-BB48-118AB9DFD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792" y="675635"/>
                <a:ext cx="1535805" cy="77880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2" name="图片 161">
            <a:extLst>
              <a:ext uri="{FF2B5EF4-FFF2-40B4-BE49-F238E27FC236}">
                <a16:creationId xmlns:a16="http://schemas.microsoft.com/office/drawing/2014/main" id="{8BB63CDB-1FDD-44B5-D077-0E706AE8635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4727" y="1732355"/>
            <a:ext cx="1369607" cy="1326028"/>
          </a:xfrm>
          <a:prstGeom prst="rect">
            <a:avLst/>
          </a:prstGeom>
        </p:spPr>
      </p:pic>
      <p:pic>
        <p:nvPicPr>
          <p:cNvPr id="164" name="图片 163">
            <a:extLst>
              <a:ext uri="{FF2B5EF4-FFF2-40B4-BE49-F238E27FC236}">
                <a16:creationId xmlns:a16="http://schemas.microsoft.com/office/drawing/2014/main" id="{46138481-F175-C8FC-E06E-163001772FB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91398" y="2176056"/>
            <a:ext cx="889806" cy="625735"/>
          </a:xfrm>
          <a:prstGeom prst="rect">
            <a:avLst/>
          </a:prstGeom>
        </p:spPr>
      </p:pic>
      <p:pic>
        <p:nvPicPr>
          <p:cNvPr id="166" name="图片 165">
            <a:extLst>
              <a:ext uri="{FF2B5EF4-FFF2-40B4-BE49-F238E27FC236}">
                <a16:creationId xmlns:a16="http://schemas.microsoft.com/office/drawing/2014/main" id="{E614CD4F-89C5-FA38-5741-65D9AB35673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171181" y="1657704"/>
            <a:ext cx="1683663" cy="1662440"/>
          </a:xfrm>
          <a:prstGeom prst="rect">
            <a:avLst/>
          </a:prstGeom>
        </p:spPr>
      </p:pic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24658FAC-ACD2-D242-4350-B1F7FE234BAD}"/>
              </a:ext>
            </a:extLst>
          </p:cNvPr>
          <p:cNvGrpSpPr/>
          <p:nvPr/>
        </p:nvGrpSpPr>
        <p:grpSpPr>
          <a:xfrm>
            <a:off x="3540662" y="2261670"/>
            <a:ext cx="496440" cy="481680"/>
            <a:chOff x="4133234" y="1578048"/>
            <a:chExt cx="496440" cy="48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9" name="墨迹 168">
                  <a:extLst>
                    <a:ext uri="{FF2B5EF4-FFF2-40B4-BE49-F238E27FC236}">
                      <a16:creationId xmlns:a16="http://schemas.microsoft.com/office/drawing/2014/main" id="{2DBA8A64-0CEE-2440-756A-FF02484BB3EB}"/>
                    </a:ext>
                  </a:extLst>
                </p14:cNvPr>
                <p14:cNvContentPartPr/>
                <p14:nvPr/>
              </p14:nvContentPartPr>
              <p14:xfrm>
                <a:off x="4258514" y="1726728"/>
                <a:ext cx="122760" cy="39600"/>
              </p14:xfrm>
            </p:contentPart>
          </mc:Choice>
          <mc:Fallback>
            <p:pic>
              <p:nvPicPr>
                <p:cNvPr id="169" name="墨迹 168">
                  <a:extLst>
                    <a:ext uri="{FF2B5EF4-FFF2-40B4-BE49-F238E27FC236}">
                      <a16:creationId xmlns:a16="http://schemas.microsoft.com/office/drawing/2014/main" id="{2DBA8A64-0CEE-2440-756A-FF02484BB3E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49874" y="1718088"/>
                  <a:ext cx="140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0" name="墨迹 169">
                  <a:extLst>
                    <a:ext uri="{FF2B5EF4-FFF2-40B4-BE49-F238E27FC236}">
                      <a16:creationId xmlns:a16="http://schemas.microsoft.com/office/drawing/2014/main" id="{92124E08-7C8F-838C-3A4E-0702E0C1DAE6}"/>
                    </a:ext>
                  </a:extLst>
                </p14:cNvPr>
                <p14:cNvContentPartPr/>
                <p14:nvPr/>
              </p14:nvContentPartPr>
              <p14:xfrm>
                <a:off x="4133234" y="1828608"/>
                <a:ext cx="417960" cy="37800"/>
              </p14:xfrm>
            </p:contentPart>
          </mc:Choice>
          <mc:Fallback>
            <p:pic>
              <p:nvPicPr>
                <p:cNvPr id="170" name="墨迹 169">
                  <a:extLst>
                    <a:ext uri="{FF2B5EF4-FFF2-40B4-BE49-F238E27FC236}">
                      <a16:creationId xmlns:a16="http://schemas.microsoft.com/office/drawing/2014/main" id="{92124E08-7C8F-838C-3A4E-0702E0C1DAE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24594" y="1819968"/>
                  <a:ext cx="435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1" name="墨迹 170">
                  <a:extLst>
                    <a:ext uri="{FF2B5EF4-FFF2-40B4-BE49-F238E27FC236}">
                      <a16:creationId xmlns:a16="http://schemas.microsoft.com/office/drawing/2014/main" id="{E6C1CC0F-F006-2747-5A27-4E357D10B46D}"/>
                    </a:ext>
                  </a:extLst>
                </p14:cNvPr>
                <p14:cNvContentPartPr/>
                <p14:nvPr/>
              </p14:nvContentPartPr>
              <p14:xfrm>
                <a:off x="4171034" y="1720248"/>
                <a:ext cx="249480" cy="22680"/>
              </p14:xfrm>
            </p:contentPart>
          </mc:Choice>
          <mc:Fallback>
            <p:pic>
              <p:nvPicPr>
                <p:cNvPr id="171" name="墨迹 170">
                  <a:extLst>
                    <a:ext uri="{FF2B5EF4-FFF2-40B4-BE49-F238E27FC236}">
                      <a16:creationId xmlns:a16="http://schemas.microsoft.com/office/drawing/2014/main" id="{E6C1CC0F-F006-2747-5A27-4E357D10B46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62034" y="1711608"/>
                  <a:ext cx="267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76" name="墨迹 175">
                  <a:extLst>
                    <a:ext uri="{FF2B5EF4-FFF2-40B4-BE49-F238E27FC236}">
                      <a16:creationId xmlns:a16="http://schemas.microsoft.com/office/drawing/2014/main" id="{0940F60E-E53A-C761-11A1-1A171C66FDEE}"/>
                    </a:ext>
                  </a:extLst>
                </p14:cNvPr>
                <p14:cNvContentPartPr/>
                <p14:nvPr/>
              </p14:nvContentPartPr>
              <p14:xfrm>
                <a:off x="4346354" y="1578048"/>
                <a:ext cx="283320" cy="481680"/>
              </p14:xfrm>
            </p:contentPart>
          </mc:Choice>
          <mc:Fallback>
            <p:pic>
              <p:nvPicPr>
                <p:cNvPr id="176" name="墨迹 175">
                  <a:extLst>
                    <a:ext uri="{FF2B5EF4-FFF2-40B4-BE49-F238E27FC236}">
                      <a16:creationId xmlns:a16="http://schemas.microsoft.com/office/drawing/2014/main" id="{0940F60E-E53A-C761-11A1-1A171C66FDE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37354" y="1569408"/>
                  <a:ext cx="300960" cy="49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C38D054F-3AC2-8925-16C8-52CCFB682987}"/>
                  </a:ext>
                </a:extLst>
              </p14:cNvPr>
              <p14:cNvContentPartPr/>
              <p14:nvPr/>
            </p14:nvContentPartPr>
            <p14:xfrm>
              <a:off x="-2154526" y="901608"/>
              <a:ext cx="360" cy="360"/>
            </p14:xfrm>
          </p:contentPart>
        </mc:Choice>
        <mc:Fallback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C38D054F-3AC2-8925-16C8-52CCFB68298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-2163526" y="89296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B7B033FC-C8FC-B3C3-19A2-989BD095261C}"/>
                  </a:ext>
                </a:extLst>
              </p14:cNvPr>
              <p14:cNvContentPartPr/>
              <p14:nvPr/>
            </p14:nvContentPartPr>
            <p14:xfrm>
              <a:off x="5925240" y="2121408"/>
              <a:ext cx="360" cy="360"/>
            </p14:xfrm>
          </p:contentPart>
        </mc:Choice>
        <mc:Fallback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B7B033FC-C8FC-B3C3-19A2-989BD095261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916240" y="2112408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82" name="图片 181">
            <a:extLst>
              <a:ext uri="{FF2B5EF4-FFF2-40B4-BE49-F238E27FC236}">
                <a16:creationId xmlns:a16="http://schemas.microsoft.com/office/drawing/2014/main" id="{5B45CD8F-6EE1-D306-9542-AAE6A770F07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47469" y="4423298"/>
            <a:ext cx="1683663" cy="16624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CD162945-1A0B-8ABB-21CF-1FA42644D3FE}"/>
                  </a:ext>
                </a:extLst>
              </p:cNvPr>
              <p:cNvSpPr txBox="1"/>
              <p:nvPr/>
            </p:nvSpPr>
            <p:spPr>
              <a:xfrm>
                <a:off x="5945905" y="4804853"/>
                <a:ext cx="136422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+  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CD162945-1A0B-8ABB-21CF-1FA42644D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905" y="4804853"/>
                <a:ext cx="1364220" cy="615553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8E220BFD-8BC5-874D-A008-722F927B69DF}"/>
                  </a:ext>
                </a:extLst>
              </p:cNvPr>
              <p:cNvSpPr txBox="1"/>
              <p:nvPr/>
            </p:nvSpPr>
            <p:spPr>
              <a:xfrm>
                <a:off x="2217818" y="4847234"/>
                <a:ext cx="174425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𝑅𝑒𝑙𝑢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  (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8E220BFD-8BC5-874D-A008-722F927B6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818" y="4847234"/>
                <a:ext cx="1744259" cy="615553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4EED6F4B-FAC0-CD1F-F04A-7CEB18857C68}"/>
              </a:ext>
            </a:extLst>
          </p:cNvPr>
          <p:cNvGrpSpPr/>
          <p:nvPr/>
        </p:nvGrpSpPr>
        <p:grpSpPr>
          <a:xfrm>
            <a:off x="4881580" y="3513192"/>
            <a:ext cx="415440" cy="502560"/>
            <a:chOff x="5449680" y="3035808"/>
            <a:chExt cx="415440" cy="5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1" name="墨迹 200">
                  <a:extLst>
                    <a:ext uri="{FF2B5EF4-FFF2-40B4-BE49-F238E27FC236}">
                      <a16:creationId xmlns:a16="http://schemas.microsoft.com/office/drawing/2014/main" id="{E0106283-0B9D-5153-094D-876F6B5401F2}"/>
                    </a:ext>
                  </a:extLst>
                </p14:cNvPr>
                <p14:cNvContentPartPr/>
                <p14:nvPr/>
              </p14:nvContentPartPr>
              <p14:xfrm>
                <a:off x="5595840" y="3035808"/>
                <a:ext cx="360" cy="396360"/>
              </p14:xfrm>
            </p:contentPart>
          </mc:Choice>
          <mc:Fallback>
            <p:pic>
              <p:nvPicPr>
                <p:cNvPr id="201" name="墨迹 200">
                  <a:extLst>
                    <a:ext uri="{FF2B5EF4-FFF2-40B4-BE49-F238E27FC236}">
                      <a16:creationId xmlns:a16="http://schemas.microsoft.com/office/drawing/2014/main" id="{E0106283-0B9D-5153-094D-876F6B5401F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87200" y="3026808"/>
                  <a:ext cx="180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02" name="墨迹 201">
                  <a:extLst>
                    <a:ext uri="{FF2B5EF4-FFF2-40B4-BE49-F238E27FC236}">
                      <a16:creationId xmlns:a16="http://schemas.microsoft.com/office/drawing/2014/main" id="{EFA8070B-5A38-D829-0D5D-397AA3FE85E3}"/>
                    </a:ext>
                  </a:extLst>
                </p14:cNvPr>
                <p14:cNvContentPartPr/>
                <p14:nvPr/>
              </p14:nvContentPartPr>
              <p14:xfrm>
                <a:off x="5449680" y="3373848"/>
                <a:ext cx="345600" cy="164520"/>
              </p14:xfrm>
            </p:contentPart>
          </mc:Choice>
          <mc:Fallback>
            <p:pic>
              <p:nvPicPr>
                <p:cNvPr id="202" name="墨迹 201">
                  <a:extLst>
                    <a:ext uri="{FF2B5EF4-FFF2-40B4-BE49-F238E27FC236}">
                      <a16:creationId xmlns:a16="http://schemas.microsoft.com/office/drawing/2014/main" id="{EFA8070B-5A38-D829-0D5D-397AA3FE85E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40680" y="3365208"/>
                  <a:ext cx="363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03" name="墨迹 202">
                  <a:extLst>
                    <a:ext uri="{FF2B5EF4-FFF2-40B4-BE49-F238E27FC236}">
                      <a16:creationId xmlns:a16="http://schemas.microsoft.com/office/drawing/2014/main" id="{88E1B32D-19B0-AD06-D641-4E0EB354E85E}"/>
                    </a:ext>
                  </a:extLst>
                </p14:cNvPr>
                <p14:cNvContentPartPr/>
                <p14:nvPr/>
              </p14:nvContentPartPr>
              <p14:xfrm>
                <a:off x="5861160" y="3264048"/>
                <a:ext cx="3960" cy="9720"/>
              </p14:xfrm>
            </p:contentPart>
          </mc:Choice>
          <mc:Fallback>
            <p:pic>
              <p:nvPicPr>
                <p:cNvPr id="203" name="墨迹 202">
                  <a:extLst>
                    <a:ext uri="{FF2B5EF4-FFF2-40B4-BE49-F238E27FC236}">
                      <a16:creationId xmlns:a16="http://schemas.microsoft.com/office/drawing/2014/main" id="{88E1B32D-19B0-AD06-D641-4E0EB354E85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52160" y="3255408"/>
                  <a:ext cx="21600" cy="273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6" name="图片 205">
            <a:extLst>
              <a:ext uri="{FF2B5EF4-FFF2-40B4-BE49-F238E27FC236}">
                <a16:creationId xmlns:a16="http://schemas.microsoft.com/office/drawing/2014/main" id="{781E5618-FFB3-E17D-4D1B-A07BC214EA77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344478" y="1121325"/>
            <a:ext cx="884254" cy="622436"/>
          </a:xfrm>
          <a:prstGeom prst="rect">
            <a:avLst/>
          </a:prstGeom>
        </p:spPr>
      </p:pic>
      <p:sp>
        <p:nvSpPr>
          <p:cNvPr id="208" name="文本框 207">
            <a:extLst>
              <a:ext uri="{FF2B5EF4-FFF2-40B4-BE49-F238E27FC236}">
                <a16:creationId xmlns:a16="http://schemas.microsoft.com/office/drawing/2014/main" id="{62CA5A95-45B7-2914-1B89-25FCB829CDAF}"/>
              </a:ext>
            </a:extLst>
          </p:cNvPr>
          <p:cNvSpPr txBox="1"/>
          <p:nvPr/>
        </p:nvSpPr>
        <p:spPr>
          <a:xfrm>
            <a:off x="8197417" y="1903699"/>
            <a:ext cx="2935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卷积核可以有多个，</a:t>
            </a:r>
            <a:endParaRPr lang="en-US" altLang="zh-CN" dirty="0"/>
          </a:p>
          <a:p>
            <a:r>
              <a:rPr lang="zh-CN" altLang="en-US" dirty="0"/>
              <a:t>一个卷积核提取一种特征</a:t>
            </a:r>
          </a:p>
        </p:txBody>
      </p: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66504D23-898E-B8FF-B2C2-A7478A4CEC74}"/>
              </a:ext>
            </a:extLst>
          </p:cNvPr>
          <p:cNvGrpSpPr/>
          <p:nvPr/>
        </p:nvGrpSpPr>
        <p:grpSpPr>
          <a:xfrm>
            <a:off x="7523105" y="4996997"/>
            <a:ext cx="496440" cy="481680"/>
            <a:chOff x="4133234" y="1578048"/>
            <a:chExt cx="496440" cy="48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10" name="墨迹 209">
                  <a:extLst>
                    <a:ext uri="{FF2B5EF4-FFF2-40B4-BE49-F238E27FC236}">
                      <a16:creationId xmlns:a16="http://schemas.microsoft.com/office/drawing/2014/main" id="{AA80DED3-2FB7-8EF7-737D-805C113DAA73}"/>
                    </a:ext>
                  </a:extLst>
                </p14:cNvPr>
                <p14:cNvContentPartPr/>
                <p14:nvPr/>
              </p14:nvContentPartPr>
              <p14:xfrm>
                <a:off x="4258514" y="1726728"/>
                <a:ext cx="122760" cy="39600"/>
              </p14:xfrm>
            </p:contentPart>
          </mc:Choice>
          <mc:Fallback>
            <p:pic>
              <p:nvPicPr>
                <p:cNvPr id="210" name="墨迹 209">
                  <a:extLst>
                    <a:ext uri="{FF2B5EF4-FFF2-40B4-BE49-F238E27FC236}">
                      <a16:creationId xmlns:a16="http://schemas.microsoft.com/office/drawing/2014/main" id="{AA80DED3-2FB7-8EF7-737D-805C113DAA7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49874" y="1718088"/>
                  <a:ext cx="140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11" name="墨迹 210">
                  <a:extLst>
                    <a:ext uri="{FF2B5EF4-FFF2-40B4-BE49-F238E27FC236}">
                      <a16:creationId xmlns:a16="http://schemas.microsoft.com/office/drawing/2014/main" id="{E2206F33-5483-D987-AD0D-4D4AD9F5ACA9}"/>
                    </a:ext>
                  </a:extLst>
                </p14:cNvPr>
                <p14:cNvContentPartPr/>
                <p14:nvPr/>
              </p14:nvContentPartPr>
              <p14:xfrm>
                <a:off x="4133234" y="1828608"/>
                <a:ext cx="417960" cy="37800"/>
              </p14:xfrm>
            </p:contentPart>
          </mc:Choice>
          <mc:Fallback>
            <p:pic>
              <p:nvPicPr>
                <p:cNvPr id="211" name="墨迹 210">
                  <a:extLst>
                    <a:ext uri="{FF2B5EF4-FFF2-40B4-BE49-F238E27FC236}">
                      <a16:creationId xmlns:a16="http://schemas.microsoft.com/office/drawing/2014/main" id="{E2206F33-5483-D987-AD0D-4D4AD9F5AC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24594" y="1819968"/>
                  <a:ext cx="435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12" name="墨迹 211">
                  <a:extLst>
                    <a:ext uri="{FF2B5EF4-FFF2-40B4-BE49-F238E27FC236}">
                      <a16:creationId xmlns:a16="http://schemas.microsoft.com/office/drawing/2014/main" id="{FC08D750-0932-B933-652C-22049925604C}"/>
                    </a:ext>
                  </a:extLst>
                </p14:cNvPr>
                <p14:cNvContentPartPr/>
                <p14:nvPr/>
              </p14:nvContentPartPr>
              <p14:xfrm>
                <a:off x="4171034" y="1720248"/>
                <a:ext cx="249480" cy="22680"/>
              </p14:xfrm>
            </p:contentPart>
          </mc:Choice>
          <mc:Fallback>
            <p:pic>
              <p:nvPicPr>
                <p:cNvPr id="212" name="墨迹 211">
                  <a:extLst>
                    <a:ext uri="{FF2B5EF4-FFF2-40B4-BE49-F238E27FC236}">
                      <a16:creationId xmlns:a16="http://schemas.microsoft.com/office/drawing/2014/main" id="{FC08D750-0932-B933-652C-22049925604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62034" y="1711608"/>
                  <a:ext cx="267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13" name="墨迹 212">
                  <a:extLst>
                    <a:ext uri="{FF2B5EF4-FFF2-40B4-BE49-F238E27FC236}">
                      <a16:creationId xmlns:a16="http://schemas.microsoft.com/office/drawing/2014/main" id="{40FE95D2-F422-F8F7-0BD1-925E3B7C9BCD}"/>
                    </a:ext>
                  </a:extLst>
                </p14:cNvPr>
                <p14:cNvContentPartPr/>
                <p14:nvPr/>
              </p14:nvContentPartPr>
              <p14:xfrm>
                <a:off x="4346354" y="1578048"/>
                <a:ext cx="283320" cy="481680"/>
              </p14:xfrm>
            </p:contentPart>
          </mc:Choice>
          <mc:Fallback>
            <p:pic>
              <p:nvPicPr>
                <p:cNvPr id="213" name="墨迹 212">
                  <a:extLst>
                    <a:ext uri="{FF2B5EF4-FFF2-40B4-BE49-F238E27FC236}">
                      <a16:creationId xmlns:a16="http://schemas.microsoft.com/office/drawing/2014/main" id="{40FE95D2-F422-F8F7-0BD1-925E3B7C9BC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37354" y="1569408"/>
                  <a:ext cx="300960" cy="499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15" name="图片 214">
            <a:extLst>
              <a:ext uri="{FF2B5EF4-FFF2-40B4-BE49-F238E27FC236}">
                <a16:creationId xmlns:a16="http://schemas.microsoft.com/office/drawing/2014/main" id="{5F84A07E-F4B3-5F2A-F604-331C751056B8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445645" y="4308210"/>
            <a:ext cx="1742120" cy="1777528"/>
          </a:xfrm>
          <a:prstGeom prst="rect">
            <a:avLst/>
          </a:prstGeom>
        </p:spPr>
      </p:pic>
      <p:pic>
        <p:nvPicPr>
          <p:cNvPr id="217" name="图片 216">
            <a:extLst>
              <a:ext uri="{FF2B5EF4-FFF2-40B4-BE49-F238E27FC236}">
                <a16:creationId xmlns:a16="http://schemas.microsoft.com/office/drawing/2014/main" id="{36EE0C33-A813-9941-EB17-A819757F2329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383534" y="907433"/>
            <a:ext cx="1250262" cy="10502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218" name="墨迹 217">
                <a:extLst>
                  <a:ext uri="{FF2B5EF4-FFF2-40B4-BE49-F238E27FC236}">
                    <a16:creationId xmlns:a16="http://schemas.microsoft.com/office/drawing/2014/main" id="{6AE2B010-E59D-1852-A916-883EFFD6A7E7}"/>
                  </a:ext>
                </a:extLst>
              </p14:cNvPr>
              <p14:cNvContentPartPr/>
              <p14:nvPr/>
            </p14:nvContentPartPr>
            <p14:xfrm>
              <a:off x="6025680" y="4670928"/>
              <a:ext cx="1800" cy="1800"/>
            </p14:xfrm>
          </p:contentPart>
        </mc:Choice>
        <mc:Fallback>
          <p:pic>
            <p:nvPicPr>
              <p:cNvPr id="218" name="墨迹 217">
                <a:extLst>
                  <a:ext uri="{FF2B5EF4-FFF2-40B4-BE49-F238E27FC236}">
                    <a16:creationId xmlns:a16="http://schemas.microsoft.com/office/drawing/2014/main" id="{6AE2B010-E59D-1852-A916-883EFFD6A7E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017040" y="4661928"/>
                <a:ext cx="194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219" name="墨迹 218">
                <a:extLst>
                  <a:ext uri="{FF2B5EF4-FFF2-40B4-BE49-F238E27FC236}">
                    <a16:creationId xmlns:a16="http://schemas.microsoft.com/office/drawing/2014/main" id="{A1DCA8BA-772C-DB58-81A0-ABA34E914E43}"/>
                  </a:ext>
                </a:extLst>
              </p14:cNvPr>
              <p14:cNvContentPartPr/>
              <p14:nvPr/>
            </p14:nvContentPartPr>
            <p14:xfrm>
              <a:off x="7159680" y="4160448"/>
              <a:ext cx="360" cy="360"/>
            </p14:xfrm>
          </p:contentPart>
        </mc:Choice>
        <mc:Fallback>
          <p:pic>
            <p:nvPicPr>
              <p:cNvPr id="219" name="墨迹 218">
                <a:extLst>
                  <a:ext uri="{FF2B5EF4-FFF2-40B4-BE49-F238E27FC236}">
                    <a16:creationId xmlns:a16="http://schemas.microsoft.com/office/drawing/2014/main" id="{A1DCA8BA-772C-DB58-81A0-ABA34E914E4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150680" y="415144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20" name="墨迹 219">
                <a:extLst>
                  <a:ext uri="{FF2B5EF4-FFF2-40B4-BE49-F238E27FC236}">
                    <a16:creationId xmlns:a16="http://schemas.microsoft.com/office/drawing/2014/main" id="{BB35CDCA-5105-3EA6-0FFD-38B5D8ED5032}"/>
                  </a:ext>
                </a:extLst>
              </p14:cNvPr>
              <p14:cNvContentPartPr/>
              <p14:nvPr/>
            </p14:nvContentPartPr>
            <p14:xfrm>
              <a:off x="6291000" y="3072168"/>
              <a:ext cx="360" cy="360"/>
            </p14:xfrm>
          </p:contentPart>
        </mc:Choice>
        <mc:Fallback>
          <p:pic>
            <p:nvPicPr>
              <p:cNvPr id="220" name="墨迹 219">
                <a:extLst>
                  <a:ext uri="{FF2B5EF4-FFF2-40B4-BE49-F238E27FC236}">
                    <a16:creationId xmlns:a16="http://schemas.microsoft.com/office/drawing/2014/main" id="{BB35CDCA-5105-3EA6-0FFD-38B5D8ED503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282000" y="306352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21" name="文本框 220">
            <a:extLst>
              <a:ext uri="{FF2B5EF4-FFF2-40B4-BE49-F238E27FC236}">
                <a16:creationId xmlns:a16="http://schemas.microsoft.com/office/drawing/2014/main" id="{DED466B3-A92F-E11C-58A1-89B9D35E5A2E}"/>
              </a:ext>
            </a:extLst>
          </p:cNvPr>
          <p:cNvSpPr txBox="1"/>
          <p:nvPr/>
        </p:nvSpPr>
        <p:spPr>
          <a:xfrm>
            <a:off x="8869351" y="6146548"/>
            <a:ext cx="894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特征图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22" name="墨迹 221">
                <a:extLst>
                  <a:ext uri="{FF2B5EF4-FFF2-40B4-BE49-F238E27FC236}">
                    <a16:creationId xmlns:a16="http://schemas.microsoft.com/office/drawing/2014/main" id="{C0BD89FC-B30C-BA60-AC14-5AE97D6EFB73}"/>
                  </a:ext>
                </a:extLst>
              </p14:cNvPr>
              <p14:cNvContentPartPr/>
              <p14:nvPr/>
            </p14:nvContentPartPr>
            <p14:xfrm>
              <a:off x="2121120" y="2459448"/>
              <a:ext cx="360" cy="360"/>
            </p14:xfrm>
          </p:contentPart>
        </mc:Choice>
        <mc:Fallback>
          <p:pic>
            <p:nvPicPr>
              <p:cNvPr id="222" name="墨迹 221">
                <a:extLst>
                  <a:ext uri="{FF2B5EF4-FFF2-40B4-BE49-F238E27FC236}">
                    <a16:creationId xmlns:a16="http://schemas.microsoft.com/office/drawing/2014/main" id="{C0BD89FC-B30C-BA60-AC14-5AE97D6EFB7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058480" y="2396808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239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876C7-0E1C-C741-6D4F-841AF392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8E29-248E-0CE5-51C1-B682D0025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74" y="310896"/>
            <a:ext cx="10858500" cy="443946"/>
          </a:xfrm>
        </p:spPr>
        <p:txBody>
          <a:bodyPr>
            <a:noAutofit/>
          </a:bodyPr>
          <a:lstStyle/>
          <a:p>
            <a:r>
              <a:rPr lang="en-US" altLang="zh-CN" dirty="0"/>
              <a:t>Pooling Layer[</a:t>
            </a:r>
            <a:r>
              <a:rPr lang="zh-CN" altLang="en-US" dirty="0"/>
              <a:t>池化层</a:t>
            </a:r>
            <a:r>
              <a:rPr lang="en-US" altLang="zh-CN" dirty="0"/>
              <a:t>]</a:t>
            </a:r>
            <a:endParaRPr lang="zh-CN" altLang="zh-CN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19504CB0-307F-0613-0A9D-3E39E4A81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 r="9537"/>
          <a:stretch>
            <a:fillRect/>
          </a:stretch>
        </p:blipFill>
        <p:spPr>
          <a:xfrm>
            <a:off x="9370505" y="361502"/>
            <a:ext cx="2440603" cy="2608133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983E492-9CF0-1252-C0D7-D8A3A35C1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460" y="1899613"/>
            <a:ext cx="2440603" cy="249020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1005544B-56B6-3918-17A6-AD2EF59856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halkSketch/>
                    </a14:imgEffect>
                  </a14:imgLayer>
                </a14:imgProps>
              </a:ext>
            </a:extLst>
          </a:blip>
          <a:srcRect r="34224"/>
          <a:stretch>
            <a:fillRect/>
          </a:stretch>
        </p:blipFill>
        <p:spPr>
          <a:xfrm>
            <a:off x="4978615" y="2534602"/>
            <a:ext cx="834956" cy="893544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C2972CA1-4B08-4F3D-02DA-168B32443A07}"/>
              </a:ext>
            </a:extLst>
          </p:cNvPr>
          <p:cNvSpPr txBox="1"/>
          <p:nvPr/>
        </p:nvSpPr>
        <p:spPr>
          <a:xfrm>
            <a:off x="4848642" y="35824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池化窗口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F5C859EB-6B26-5D51-E4B5-7B3DB5FCAA25}"/>
                  </a:ext>
                </a:extLst>
              </p14:cNvPr>
              <p14:cNvContentPartPr/>
              <p14:nvPr/>
            </p14:nvContentPartPr>
            <p14:xfrm>
              <a:off x="4165455" y="4588455"/>
              <a:ext cx="110017" cy="1124121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F5C859EB-6B26-5D51-E4B5-7B3DB5FCAA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47478" y="4570458"/>
                <a:ext cx="145611" cy="1159756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AE3E0A19-D392-164F-763D-0AA8262DD623}"/>
              </a:ext>
            </a:extLst>
          </p:cNvPr>
          <p:cNvSpPr txBox="1"/>
          <p:nvPr/>
        </p:nvSpPr>
        <p:spPr>
          <a:xfrm>
            <a:off x="4275472" y="4550352"/>
            <a:ext cx="18958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取平均值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取最大值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…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238388C-C1CB-C254-7C31-F6CC044A6BBF}"/>
                  </a:ext>
                </a:extLst>
              </p:cNvPr>
              <p:cNvSpPr txBox="1"/>
              <p:nvPr/>
            </p:nvSpPr>
            <p:spPr>
              <a:xfrm>
                <a:off x="4275472" y="1062629"/>
                <a:ext cx="11271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𝑠𝑡𝑟𝑖𝑑𝑒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238388C-C1CB-C254-7C31-F6CC044A6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472" y="1062629"/>
                <a:ext cx="1127168" cy="276999"/>
              </a:xfrm>
              <a:prstGeom prst="rect">
                <a:avLst/>
              </a:prstGeom>
              <a:blipFill>
                <a:blip r:embed="rId9"/>
                <a:stretch>
                  <a:fillRect l="-4324" r="-4324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9A721383-8E70-7D1B-144F-467DA04E8734}"/>
                  </a:ext>
                </a:extLst>
              </p14:cNvPr>
              <p14:cNvContentPartPr/>
              <p14:nvPr/>
            </p14:nvContentPartPr>
            <p14:xfrm>
              <a:off x="5995996" y="5070056"/>
              <a:ext cx="175320" cy="16092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9A721383-8E70-7D1B-144F-467DA04E873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87356" y="5061416"/>
                <a:ext cx="192960" cy="178560"/>
              </a:xfrm>
              <a:prstGeom prst="rect">
                <a:avLst/>
              </a:prstGeom>
            </p:spPr>
          </p:pic>
        </mc:Fallback>
      </mc:AlternateContent>
      <p:pic>
        <p:nvPicPr>
          <p:cNvPr id="38" name="图片 37">
            <a:extLst>
              <a:ext uri="{FF2B5EF4-FFF2-40B4-BE49-F238E27FC236}">
                <a16:creationId xmlns:a16="http://schemas.microsoft.com/office/drawing/2014/main" id="{03912068-F85A-CAED-7D4F-AB9F856CE3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5908" y="1924416"/>
            <a:ext cx="2440603" cy="244060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D65DCC06-2550-D786-A990-4C2FF2CD2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halkSketch/>
                    </a14:imgEffect>
                  </a14:imgLayer>
                </a14:imgProps>
              </a:ext>
            </a:extLst>
          </a:blip>
          <a:srcRect r="34224"/>
          <a:stretch>
            <a:fillRect/>
          </a:stretch>
        </p:blipFill>
        <p:spPr>
          <a:xfrm>
            <a:off x="1378460" y="1899349"/>
            <a:ext cx="739465" cy="7913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2536C968-0F73-7E02-3309-A541792892D9}"/>
                  </a:ext>
                </a:extLst>
              </p14:cNvPr>
              <p14:cNvContentPartPr/>
              <p14:nvPr/>
            </p14:nvContentPartPr>
            <p14:xfrm>
              <a:off x="1747760" y="2152285"/>
              <a:ext cx="360" cy="28548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2536C968-0F73-7E02-3309-A541792892D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38760" y="2143285"/>
                <a:ext cx="1800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5831D844-0905-49CE-6A93-EEFCBFD16FB8}"/>
                  </a:ext>
                </a:extLst>
              </p14:cNvPr>
              <p14:cNvContentPartPr/>
              <p14:nvPr/>
            </p14:nvContentPartPr>
            <p14:xfrm>
              <a:off x="7174992" y="2158376"/>
              <a:ext cx="9360" cy="38916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5831D844-0905-49CE-6A93-EEFCBFD16FB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5992" y="2149376"/>
                <a:ext cx="27000" cy="40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384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CA0B9-F3AE-CF6D-E84C-E59E7C33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44E6-1E12-49F1-A579-70C59E3A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522" y="223936"/>
            <a:ext cx="3736694" cy="483883"/>
          </a:xfrm>
        </p:spPr>
        <p:txBody>
          <a:bodyPr>
            <a:noAutofit/>
          </a:bodyPr>
          <a:lstStyle/>
          <a:p>
            <a:r>
              <a:rPr lang="en-US" altLang="zh-CN" dirty="0"/>
              <a:t>Flatten layer[</a:t>
            </a:r>
            <a:r>
              <a:rPr lang="zh-CN" altLang="en-US" dirty="0"/>
              <a:t>展平层</a:t>
            </a:r>
            <a:r>
              <a:rPr lang="en-US" altLang="zh-CN" dirty="0"/>
              <a:t>]</a:t>
            </a:r>
            <a:endParaRPr lang="zh-CN" altLang="zh-CN" dirty="0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5A22873-0AB9-2B1D-3290-91D55B7617FB}"/>
              </a:ext>
            </a:extLst>
          </p:cNvPr>
          <p:cNvCxnSpPr>
            <a:cxnSpLocks/>
          </p:cNvCxnSpPr>
          <p:nvPr/>
        </p:nvCxnSpPr>
        <p:spPr>
          <a:xfrm>
            <a:off x="5222748" y="1014984"/>
            <a:ext cx="9204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7CB237C-F3E0-64B9-FD49-D385FB23F61B}"/>
              </a:ext>
            </a:extLst>
          </p:cNvPr>
          <p:cNvCxnSpPr>
            <a:cxnSpLocks/>
          </p:cNvCxnSpPr>
          <p:nvPr/>
        </p:nvCxnSpPr>
        <p:spPr>
          <a:xfrm>
            <a:off x="5183124" y="1770888"/>
            <a:ext cx="9204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68DF66D-A84F-C982-8B29-D30D13C677A5}"/>
              </a:ext>
            </a:extLst>
          </p:cNvPr>
          <p:cNvCxnSpPr>
            <a:cxnSpLocks/>
          </p:cNvCxnSpPr>
          <p:nvPr/>
        </p:nvCxnSpPr>
        <p:spPr>
          <a:xfrm>
            <a:off x="5183124" y="2487168"/>
            <a:ext cx="9204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C491ADA-706E-8CDE-0F3C-E31F2D209827}"/>
              </a:ext>
            </a:extLst>
          </p:cNvPr>
          <p:cNvCxnSpPr>
            <a:cxnSpLocks/>
          </p:cNvCxnSpPr>
          <p:nvPr/>
        </p:nvCxnSpPr>
        <p:spPr>
          <a:xfrm>
            <a:off x="5170932" y="5958840"/>
            <a:ext cx="9204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9285C98-C3B6-AFAC-5387-924C46535CAA}"/>
              </a:ext>
            </a:extLst>
          </p:cNvPr>
          <p:cNvCxnSpPr>
            <a:cxnSpLocks/>
          </p:cNvCxnSpPr>
          <p:nvPr/>
        </p:nvCxnSpPr>
        <p:spPr>
          <a:xfrm>
            <a:off x="5190744" y="3191255"/>
            <a:ext cx="9204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3FA5EFB-4525-9779-02AF-0CAA53372297}"/>
              </a:ext>
            </a:extLst>
          </p:cNvPr>
          <p:cNvCxnSpPr>
            <a:cxnSpLocks/>
          </p:cNvCxnSpPr>
          <p:nvPr/>
        </p:nvCxnSpPr>
        <p:spPr>
          <a:xfrm>
            <a:off x="5183124" y="3924864"/>
            <a:ext cx="9204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61F17BC-650B-873F-C371-EE0AEC937D9D}"/>
              </a:ext>
            </a:extLst>
          </p:cNvPr>
          <p:cNvCxnSpPr>
            <a:cxnSpLocks/>
          </p:cNvCxnSpPr>
          <p:nvPr/>
        </p:nvCxnSpPr>
        <p:spPr>
          <a:xfrm>
            <a:off x="5170932" y="5327904"/>
            <a:ext cx="9204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00902B6-2725-6FDD-8BB0-E6674127E99D}"/>
              </a:ext>
            </a:extLst>
          </p:cNvPr>
          <p:cNvCxnSpPr>
            <a:cxnSpLocks/>
          </p:cNvCxnSpPr>
          <p:nvPr/>
        </p:nvCxnSpPr>
        <p:spPr>
          <a:xfrm>
            <a:off x="5175504" y="4648305"/>
            <a:ext cx="9204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7FA31CEE-1D29-71D5-95DF-91F51D225570}"/>
                  </a:ext>
                </a:extLst>
              </p14:cNvPr>
              <p14:cNvContentPartPr/>
              <p14:nvPr/>
            </p14:nvContentPartPr>
            <p14:xfrm>
              <a:off x="3319272" y="1673208"/>
              <a:ext cx="360" cy="36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7FA31CEE-1D29-71D5-95DF-91F51D2255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10272" y="16642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8EDD42E1-0895-8E50-130E-13B9C208E1DD}"/>
                  </a:ext>
                </a:extLst>
              </p14:cNvPr>
              <p14:cNvContentPartPr/>
              <p14:nvPr/>
            </p14:nvContentPartPr>
            <p14:xfrm>
              <a:off x="6205011" y="3255861"/>
              <a:ext cx="568440" cy="2088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8EDD42E1-0895-8E50-130E-13B9C208E1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6371" y="3246861"/>
                <a:ext cx="5860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D8AEF02D-1D77-9E0C-551E-57892819945E}"/>
                  </a:ext>
                </a:extLst>
              </p14:cNvPr>
              <p14:cNvContentPartPr/>
              <p14:nvPr/>
            </p14:nvContentPartPr>
            <p14:xfrm>
              <a:off x="6823411" y="2951481"/>
              <a:ext cx="281160" cy="67356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D8AEF02D-1D77-9E0C-551E-5789281994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14771" y="2942841"/>
                <a:ext cx="298800" cy="69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组合 51">
            <a:extLst>
              <a:ext uri="{FF2B5EF4-FFF2-40B4-BE49-F238E27FC236}">
                <a16:creationId xmlns:a16="http://schemas.microsoft.com/office/drawing/2014/main" id="{A843BAEC-9C54-79CD-520F-2AFBA0DE2238}"/>
              </a:ext>
            </a:extLst>
          </p:cNvPr>
          <p:cNvGrpSpPr/>
          <p:nvPr/>
        </p:nvGrpSpPr>
        <p:grpSpPr>
          <a:xfrm>
            <a:off x="5650992" y="5599728"/>
            <a:ext cx="36720" cy="69480"/>
            <a:chOff x="5650992" y="5599728"/>
            <a:chExt cx="36720" cy="6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565EC7F7-86FF-03A1-85E2-6A0FE3A24CB9}"/>
                    </a:ext>
                  </a:extLst>
                </p14:cNvPr>
                <p14:cNvContentPartPr/>
                <p14:nvPr/>
              </p14:nvContentPartPr>
              <p14:xfrm>
                <a:off x="5677992" y="5599728"/>
                <a:ext cx="9720" cy="6948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565EC7F7-86FF-03A1-85E2-6A0FE3A24C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69352" y="5591088"/>
                  <a:ext cx="27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18817934-B866-108A-4F05-97D572E11A8C}"/>
                    </a:ext>
                  </a:extLst>
                </p14:cNvPr>
                <p14:cNvContentPartPr/>
                <p14:nvPr/>
              </p14:nvContentPartPr>
              <p14:xfrm>
                <a:off x="5650992" y="5632488"/>
                <a:ext cx="360" cy="36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18817934-B866-108A-4F05-97D572E11A8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41992" y="56238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3C135DAB-AE8A-1FC9-1542-B1647AB06A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88832" y="351952"/>
            <a:ext cx="754817" cy="6193551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A29DD8F7-43CE-28EA-23A5-0234A4FE5D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41342" y="2167774"/>
            <a:ext cx="2523809" cy="2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85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DA951-4EB3-C042-CEB5-C9068669A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A0D0-F0B5-C366-5DC9-C8E86E192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34" y="238042"/>
            <a:ext cx="4688390" cy="492444"/>
          </a:xfrm>
        </p:spPr>
        <p:txBody>
          <a:bodyPr>
            <a:noAutofit/>
          </a:bodyPr>
          <a:lstStyle/>
          <a:p>
            <a:r>
              <a:rPr lang="en-US" altLang="zh-CN" dirty="0"/>
              <a:t>Fully </a:t>
            </a:r>
            <a:r>
              <a:rPr lang="zh-CN" altLang="zh-CN" dirty="0"/>
              <a:t>Coonected</a:t>
            </a:r>
            <a:r>
              <a:rPr lang="en-US" altLang="zh-CN" dirty="0"/>
              <a:t>[</a:t>
            </a:r>
            <a:r>
              <a:rPr lang="zh-CN" altLang="en-US" dirty="0"/>
              <a:t>全连接层</a:t>
            </a:r>
            <a:r>
              <a:rPr lang="en-US" altLang="zh-CN" dirty="0"/>
              <a:t>]</a:t>
            </a:r>
            <a:endParaRPr lang="zh-CN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819BE6-6C4D-34CC-3C94-813DEE3A7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059"/>
          <a:stretch>
            <a:fillRect/>
          </a:stretch>
        </p:blipFill>
        <p:spPr>
          <a:xfrm>
            <a:off x="569410" y="1366542"/>
            <a:ext cx="5172688" cy="47609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C3C5643-5D9D-643C-1F62-2412CECE3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705" y="1576854"/>
            <a:ext cx="3179048" cy="423873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693C8201-B837-10AD-EE9E-64A5413E63E6}"/>
              </a:ext>
            </a:extLst>
          </p:cNvPr>
          <p:cNvGrpSpPr/>
          <p:nvPr/>
        </p:nvGrpSpPr>
        <p:grpSpPr>
          <a:xfrm>
            <a:off x="8348472" y="2688048"/>
            <a:ext cx="1537920" cy="768600"/>
            <a:chOff x="8348472" y="2688048"/>
            <a:chExt cx="1537920" cy="76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3538F73C-2EB2-DCC2-9F52-76410DD7EBF4}"/>
                    </a:ext>
                  </a:extLst>
                </p14:cNvPr>
                <p14:cNvContentPartPr/>
                <p14:nvPr/>
              </p14:nvContentPartPr>
              <p14:xfrm>
                <a:off x="8348472" y="2870208"/>
                <a:ext cx="1367280" cy="5864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3538F73C-2EB2-DCC2-9F52-76410DD7EB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39472" y="2861568"/>
                  <a:ext cx="138492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86F77762-9809-8A5A-D4D4-FAF1753E505B}"/>
                    </a:ext>
                  </a:extLst>
                </p14:cNvPr>
                <p14:cNvContentPartPr/>
                <p14:nvPr/>
              </p14:nvContentPartPr>
              <p14:xfrm>
                <a:off x="9542952" y="2688048"/>
                <a:ext cx="343440" cy="35316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86F77762-9809-8A5A-D4D4-FAF1753E50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34312" y="2679408"/>
                  <a:ext cx="361080" cy="37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790E05-EDF2-2185-AF22-FC6A857AF853}"/>
                  </a:ext>
                </a:extLst>
              </p:cNvPr>
              <p:cNvSpPr txBox="1"/>
              <p:nvPr/>
            </p:nvSpPr>
            <p:spPr>
              <a:xfrm>
                <a:off x="10054360" y="2670985"/>
                <a:ext cx="118141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r>
                        <m:rPr>
                          <m:sty m:val="p"/>
                        </m:rP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790E05-EDF2-2185-AF22-FC6A857AF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4360" y="2670985"/>
                <a:ext cx="1181414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4611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A2D4-F434-0251-18CA-660541F2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BD82-4693-2EBC-90B1-B29724037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34" y="238042"/>
            <a:ext cx="4688390" cy="492444"/>
          </a:xfrm>
        </p:spPr>
        <p:txBody>
          <a:bodyPr>
            <a:noAutofit/>
          </a:bodyPr>
          <a:lstStyle/>
          <a:p>
            <a:r>
              <a:rPr lang="en-US" altLang="zh-CN" dirty="0" err="1"/>
              <a:t>softmax</a:t>
            </a:r>
            <a:r>
              <a:rPr lang="en-US" altLang="zh-CN" dirty="0"/>
              <a:t>[</a:t>
            </a:r>
            <a:r>
              <a:rPr lang="zh-CN" altLang="en-US" dirty="0"/>
              <a:t>激活层</a:t>
            </a:r>
            <a:r>
              <a:rPr lang="en-US" altLang="zh-CN" dirty="0"/>
              <a:t>]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ACF385B-9317-20BB-C31A-EE0E6484311B}"/>
                  </a:ext>
                </a:extLst>
              </p:cNvPr>
              <p:cNvSpPr txBox="1"/>
              <p:nvPr/>
            </p:nvSpPr>
            <p:spPr>
              <a:xfrm>
                <a:off x="3580188" y="2094100"/>
                <a:ext cx="3983277" cy="15649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4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44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CN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4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4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44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ACF385B-9317-20BB-C31A-EE0E64843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188" y="2094100"/>
                <a:ext cx="3983277" cy="15649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6ACDD812-8000-5C39-3B92-741DFCF6E83F}"/>
              </a:ext>
            </a:extLst>
          </p:cNvPr>
          <p:cNvSpPr txBox="1"/>
          <p:nvPr/>
        </p:nvSpPr>
        <p:spPr>
          <a:xfrm>
            <a:off x="4681728" y="4233672"/>
            <a:ext cx="2322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将打的分数转为概率</a:t>
            </a:r>
          </a:p>
        </p:txBody>
      </p:sp>
    </p:spTree>
    <p:extLst>
      <p:ext uri="{BB962C8B-B14F-4D97-AF65-F5344CB8AC3E}">
        <p14:creationId xmlns:p14="http://schemas.microsoft.com/office/powerpoint/2010/main" val="2952413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7B5B-4AD2-0406-AF5A-5684C763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92BF-45AB-0317-0530-17DB7757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34" y="238042"/>
            <a:ext cx="4688390" cy="492444"/>
          </a:xfrm>
        </p:spPr>
        <p:txBody>
          <a:bodyPr>
            <a:noAutofit/>
          </a:bodyPr>
          <a:lstStyle/>
          <a:p>
            <a:r>
              <a:rPr lang="zh-CN" altLang="en-US" dirty="0"/>
              <a:t>损失函数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9A094B0-8AC3-459D-25A4-B4C945EAF5C5}"/>
                  </a:ext>
                </a:extLst>
              </p:cNvPr>
              <p:cNvSpPr txBox="1"/>
              <p:nvPr/>
            </p:nvSpPr>
            <p:spPr>
              <a:xfrm>
                <a:off x="3121152" y="1932393"/>
                <a:ext cx="4971288" cy="523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比较预测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zh-CN" altLang="en-US" sz="2800" i="1">
                        <a:latin typeface="Cambria Math" panose="02040503050406030204" pitchFamily="18" charset="0"/>
                      </a:rPr>
                      <m:t>与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真实</m:t>
                    </m:r>
                  </m:oMath>
                </a14:m>
                <a:r>
                  <a:rPr lang="zh-CN" altLang="en-US" sz="2800" dirty="0"/>
                  <a:t>标签</a:t>
                </a:r>
                <a:r>
                  <a:rPr lang="en-US" altLang="zh-CN" sz="2800" dirty="0"/>
                  <a:t>y</a:t>
                </a:r>
                <a:r>
                  <a:rPr lang="zh-CN" altLang="en-US" sz="2800" dirty="0"/>
                  <a:t>的差距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9A094B0-8AC3-459D-25A4-B4C945EAF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152" y="1932393"/>
                <a:ext cx="4971288" cy="523990"/>
              </a:xfrm>
              <a:prstGeom prst="rect">
                <a:avLst/>
              </a:prstGeom>
              <a:blipFill>
                <a:blip r:embed="rId2"/>
                <a:stretch>
                  <a:fillRect l="-2451" t="-13953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D06C4720-4E2B-A14C-687B-97BD64B58FB6}"/>
              </a:ext>
            </a:extLst>
          </p:cNvPr>
          <p:cNvSpPr txBox="1"/>
          <p:nvPr/>
        </p:nvSpPr>
        <p:spPr>
          <a:xfrm>
            <a:off x="9174480" y="3976585"/>
            <a:ext cx="1069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按</a:t>
            </a:r>
            <a:r>
              <a:rPr lang="en-US" altLang="zh-CN" dirty="0"/>
              <a:t>batch</a:t>
            </a:r>
          </a:p>
          <a:p>
            <a:r>
              <a:rPr lang="zh-CN" altLang="en-US" dirty="0"/>
              <a:t>按</a:t>
            </a:r>
            <a:r>
              <a:rPr lang="en-US" altLang="zh-CN" dirty="0"/>
              <a:t>epoch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3827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CF748-926F-2BE0-B1C5-A3235DEB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33FC-B3D1-C138-CF84-6FBF69C43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34" y="238042"/>
            <a:ext cx="4688390" cy="492444"/>
          </a:xfrm>
        </p:spPr>
        <p:txBody>
          <a:bodyPr>
            <a:noAutofit/>
          </a:bodyPr>
          <a:lstStyle/>
          <a:p>
            <a:r>
              <a:rPr lang="zh-CN" altLang="en-US" dirty="0"/>
              <a:t>反向传播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B3B50C8-3054-0F35-833F-75342B7BAB53}"/>
                  </a:ext>
                </a:extLst>
              </p:cNvPr>
              <p:cNvSpPr txBox="1"/>
              <p:nvPr/>
            </p:nvSpPr>
            <p:spPr>
              <a:xfrm>
                <a:off x="5445763" y="2020924"/>
                <a:ext cx="4399278" cy="2134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学习率</a:t>
                </a:r>
                <a:r>
                  <a:rPr lang="en-US" altLang="zh-CN" dirty="0"/>
                  <a:t>Lr: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zh-CN" dirty="0"/>
              </a:p>
              <a:p>
                <a14:m>
                  <m:oMathPara xmlns:m="http://schemas.openxmlformats.org/officeDocument/2006/math">
                    <m:oMath>
                      <m:r>
                        <a:rPr lang="pl-PL" altLang="zh-CN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l-PL" altLang="zh-CN" i="1">
                          <a:latin typeface="Cambria Math" panose="02040503050406030204" pitchFamily="18" charset="0"/>
                        </a:rPr>
                        <m:t>:=</m:t>
                      </m:r>
                      <m:r>
                        <a:rPr lang="pl-PL" altLang="zh-CN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l-PL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l-PL" altLang="zh-CN" i="1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zh-CN" altLang="pl-P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pl-PL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 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z</m:t>
                          </m:r>
                          <m:d>
                            <m:dPr>
                              <m:ctrlPr>
                                <a:rPr lang="pl-PL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num>
                        <m:den>
                          <m:r>
                            <a:rPr lang="zh-CN" altLang="pl-PL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algn="ctr"/>
                <a:r>
                  <a:rPr lang="en-US" altLang="zh-CN" dirty="0"/>
                  <a:t>b</a:t>
                </a:r>
                <a14:m>
                  <m:oMath xmlns:m="http://schemas.openxmlformats.org/officeDocument/2006/math">
                    <m:r>
                      <a:rPr lang="pl-PL" altLang="zh-CN" i="1">
                        <a:latin typeface="Cambria Math" panose="02040503050406030204" pitchFamily="18" charset="0"/>
                      </a:rPr>
                      <m:t>:=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b</m:t>
                    </m:r>
                    <m:r>
                      <a:rPr lang="pl-PL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l-PL" altLang="zh-CN" i="1"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zh-CN" altLang="pl-P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pl-PL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l-PL" altLang="zh-CN" i="1">
                            <a:latin typeface="Cambria Math" panose="02040503050406030204" pitchFamily="18" charset="0"/>
                          </a:rPr>
                          <m:t> 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z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d>
                      </m:num>
                      <m:den>
                        <m:r>
                          <a:rPr lang="zh-CN" altLang="pl-PL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梯度：斜率</a:t>
                </a:r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zh-CN" altLang="pl-P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pl-PL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 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z</m:t>
                          </m:r>
                          <m:d>
                            <m:dPr>
                              <m:ctrlPr>
                                <a:rPr lang="pl-PL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num>
                        <m:den>
                          <m:r>
                            <a:rPr lang="zh-CN" altLang="pl-PL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f>
                        <m:fPr>
                          <m:ctrlPr>
                            <a:rPr lang="zh-CN" altLang="pl-P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pl-PL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 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z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d>
                        </m:num>
                        <m:den>
                          <m:r>
                            <a:rPr lang="zh-CN" altLang="pl-PL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B3B50C8-3054-0F35-833F-75342B7BA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763" y="2020924"/>
                <a:ext cx="4399278" cy="2134110"/>
              </a:xfrm>
              <a:prstGeom prst="rect">
                <a:avLst/>
              </a:prstGeom>
              <a:blipFill>
                <a:blip r:embed="rId2"/>
                <a:stretch>
                  <a:fillRect l="-1108" t="-1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B280FDCF-800B-9EF7-7040-3735483D650D}"/>
              </a:ext>
            </a:extLst>
          </p:cNvPr>
          <p:cNvSpPr txBox="1"/>
          <p:nvPr/>
        </p:nvSpPr>
        <p:spPr>
          <a:xfrm>
            <a:off x="9143821" y="2791752"/>
            <a:ext cx="292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优化器</a:t>
            </a:r>
            <a:r>
              <a:rPr lang="en-US" altLang="zh-CN" sz="1800" dirty="0"/>
              <a:t>:</a:t>
            </a:r>
            <a:r>
              <a:rPr lang="zh-CN" altLang="en-US" sz="1800" dirty="0"/>
              <a:t>此处用的梯度下降</a:t>
            </a:r>
            <a:endParaRPr lang="en-US" altLang="zh-CN" sz="1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80C898F4-DE78-6FBC-177D-099DEAA86384}"/>
                  </a:ext>
                </a:extLst>
              </p14:cNvPr>
              <p14:cNvContentPartPr/>
              <p14:nvPr/>
            </p14:nvContentPartPr>
            <p14:xfrm>
              <a:off x="8180520" y="2791752"/>
              <a:ext cx="360" cy="36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80C898F4-DE78-6FBC-177D-099DEAA863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71880" y="2783112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2" name="图片 41">
            <a:extLst>
              <a:ext uri="{FF2B5EF4-FFF2-40B4-BE49-F238E27FC236}">
                <a16:creationId xmlns:a16="http://schemas.microsoft.com/office/drawing/2014/main" id="{D004F470-FEBE-03AE-8999-D1F04EC118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47" t="10139" r="2596" b="9188"/>
          <a:stretch>
            <a:fillRect/>
          </a:stretch>
        </p:blipFill>
        <p:spPr>
          <a:xfrm>
            <a:off x="870216" y="2629584"/>
            <a:ext cx="3910063" cy="11277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C4BD20DD-60F8-F0DF-D4A4-3D0B0CDEC3F8}"/>
                  </a:ext>
                </a:extLst>
              </p:cNvPr>
              <p:cNvSpPr txBox="1"/>
              <p:nvPr/>
            </p:nvSpPr>
            <p:spPr>
              <a:xfrm>
                <a:off x="6223000" y="5270013"/>
                <a:ext cx="54860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按原前向，从后往前求导</a:t>
                </a:r>
                <a:endParaRPr lang="en-US" altLang="zh-CN" dirty="0"/>
              </a:p>
              <a:p>
                <a:r>
                  <a:rPr lang="zh-CN" altLang="en-US" dirty="0"/>
                  <a:t>虽然先进行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再</m:t>
                    </m:r>
                  </m:oMath>
                </a14:m>
                <a:r>
                  <a:rPr lang="zh-CN" altLang="en-US" dirty="0"/>
                  <a:t>进行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，但运算时是同时进行</a:t>
                </a: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C4BD20DD-60F8-F0DF-D4A4-3D0B0CDEC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0" y="5270013"/>
                <a:ext cx="5486040" cy="646331"/>
              </a:xfrm>
              <a:prstGeom prst="rect">
                <a:avLst/>
              </a:prstGeom>
              <a:blipFill>
                <a:blip r:embed="rId6"/>
                <a:stretch>
                  <a:fillRect l="-1000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3592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1DE76-E7D8-7A35-8A50-F023AA83E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ACDF-CA63-A9D8-C3E0-234B82338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34" y="238042"/>
            <a:ext cx="8153966" cy="492444"/>
          </a:xfrm>
        </p:spPr>
        <p:txBody>
          <a:bodyPr>
            <a:noAutofit/>
          </a:bodyPr>
          <a:lstStyle/>
          <a:p>
            <a:r>
              <a:rPr lang="en-US" altLang="zh-CN" dirty="0"/>
              <a:t>CNN</a:t>
            </a:r>
            <a:r>
              <a:rPr lang="zh-CN" altLang="en-US" dirty="0"/>
              <a:t>与</a:t>
            </a:r>
            <a:r>
              <a:rPr lang="en-US" altLang="zh-CN" dirty="0"/>
              <a:t>MLP</a:t>
            </a:r>
            <a:r>
              <a:rPr lang="zh-CN" altLang="en-US" dirty="0"/>
              <a:t>的区别</a:t>
            </a:r>
            <a:r>
              <a:rPr lang="en-US" altLang="zh-CN" dirty="0"/>
              <a:t>——</a:t>
            </a:r>
            <a:r>
              <a:rPr lang="zh-CN" altLang="en-US" dirty="0"/>
              <a:t>以</a:t>
            </a:r>
            <a:r>
              <a:rPr lang="en-US" altLang="zh-CN" dirty="0"/>
              <a:t>cifar10</a:t>
            </a:r>
            <a:r>
              <a:rPr lang="zh-CN" altLang="en-US" dirty="0"/>
              <a:t>数据集为例</a:t>
            </a:r>
            <a:endParaRPr lang="zh-CN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696140-E318-2D8B-D09B-7112C10E0207}"/>
              </a:ext>
            </a:extLst>
          </p:cNvPr>
          <p:cNvSpPr txBox="1"/>
          <p:nvPr/>
        </p:nvSpPr>
        <p:spPr>
          <a:xfrm>
            <a:off x="807720" y="969850"/>
            <a:ext cx="784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MLP</a:t>
            </a:r>
            <a:r>
              <a:rPr lang="zh-CN" altLang="en-US" sz="2400" dirty="0"/>
              <a:t>只能接收一维向量，无法保存图片完整结构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6E93D7-F28F-1C51-E376-20FD84B02F3C}"/>
              </a:ext>
            </a:extLst>
          </p:cNvPr>
          <p:cNvSpPr txBox="1"/>
          <p:nvPr/>
        </p:nvSpPr>
        <p:spPr>
          <a:xfrm>
            <a:off x="807720" y="1522015"/>
            <a:ext cx="669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[C,H,W] = [3,62,32]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1A41C3-1015-4AD7-B5C2-D36AFBF44FE8}"/>
              </a:ext>
            </a:extLst>
          </p:cNvPr>
          <p:cNvSpPr txBox="1"/>
          <p:nvPr/>
        </p:nvSpPr>
        <p:spPr>
          <a:xfrm>
            <a:off x="807720" y="2147967"/>
            <a:ext cx="669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MLP:3×32×32=3072</a:t>
            </a:r>
            <a:endParaRPr lang="zh-CN" altLang="en-US" sz="24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2FE13DB-140B-BE4C-452E-60BD31955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778" y="3012807"/>
            <a:ext cx="1709222" cy="1491821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D441AE9-4453-A564-F7EA-B2C55E4F81D9}"/>
              </a:ext>
            </a:extLst>
          </p:cNvPr>
          <p:cNvSpPr txBox="1"/>
          <p:nvPr/>
        </p:nvSpPr>
        <p:spPr>
          <a:xfrm>
            <a:off x="807720" y="2773919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CNN:3×32×32</a:t>
            </a:r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92C0B9-B09E-92FB-B095-47CAEC2D7841}"/>
              </a:ext>
            </a:extLst>
          </p:cNvPr>
          <p:cNvSpPr txBox="1"/>
          <p:nvPr/>
        </p:nvSpPr>
        <p:spPr>
          <a:xfrm>
            <a:off x="7787640" y="4876713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MLP:</a:t>
            </a:r>
            <a:r>
              <a:rPr lang="zh-CN" altLang="zh-CN" dirty="0"/>
              <a:t>像素→类别</a:t>
            </a:r>
            <a:endParaRPr lang="en-US" altLang="zh-CN" dirty="0"/>
          </a:p>
          <a:p>
            <a:r>
              <a:rPr lang="en-US" altLang="zh-CN" dirty="0"/>
              <a:t>CNN</a:t>
            </a:r>
            <a:r>
              <a:rPr lang="zh-CN" altLang="en-US" dirty="0"/>
              <a:t>：逐层学习各种特征</a:t>
            </a:r>
          </a:p>
        </p:txBody>
      </p:sp>
    </p:spTree>
    <p:extLst>
      <p:ext uri="{BB962C8B-B14F-4D97-AF65-F5344CB8AC3E}">
        <p14:creationId xmlns:p14="http://schemas.microsoft.com/office/powerpoint/2010/main" val="2941601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DC89-97D1-E956-4A27-7F392905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EAEDD-9029-3E8B-9A64-2FEF330A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34" y="238042"/>
            <a:ext cx="11080046" cy="492444"/>
          </a:xfrm>
        </p:spPr>
        <p:txBody>
          <a:bodyPr>
            <a:noAutofit/>
          </a:bodyPr>
          <a:lstStyle/>
          <a:p>
            <a:r>
              <a:rPr lang="zh-CN" altLang="zh-CN" dirty="0"/>
              <a:t>基于 CIFAR-10 不平衡二分类任务的五折交叉验证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DB87D3-D32F-48C9-C6A9-B1F4A2B560D5}"/>
              </a:ext>
            </a:extLst>
          </p:cNvPr>
          <p:cNvSpPr/>
          <p:nvPr/>
        </p:nvSpPr>
        <p:spPr>
          <a:xfrm>
            <a:off x="579120" y="1760150"/>
            <a:ext cx="3718560" cy="2286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242A49-661D-14DF-DDB5-21FBC8C0AB9B}"/>
              </a:ext>
            </a:extLst>
          </p:cNvPr>
          <p:cNvSpPr/>
          <p:nvPr/>
        </p:nvSpPr>
        <p:spPr>
          <a:xfrm>
            <a:off x="5806442" y="1290636"/>
            <a:ext cx="5577838" cy="3084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CCC9131-8E5A-A8C6-FB04-FDD1D6147519}"/>
              </a:ext>
            </a:extLst>
          </p:cNvPr>
          <p:cNvCxnSpPr>
            <a:cxnSpLocks/>
          </p:cNvCxnSpPr>
          <p:nvPr/>
        </p:nvCxnSpPr>
        <p:spPr>
          <a:xfrm>
            <a:off x="594360" y="3429000"/>
            <a:ext cx="37033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AE9B588-959F-C452-6753-224DA22F1A6D}"/>
              </a:ext>
            </a:extLst>
          </p:cNvPr>
          <p:cNvCxnSpPr>
            <a:cxnSpLocks/>
          </p:cNvCxnSpPr>
          <p:nvPr/>
        </p:nvCxnSpPr>
        <p:spPr>
          <a:xfrm>
            <a:off x="5806442" y="1905000"/>
            <a:ext cx="55778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248CFA6-9F50-FBC7-653B-DC44541669C9}"/>
              </a:ext>
            </a:extLst>
          </p:cNvPr>
          <p:cNvCxnSpPr>
            <a:cxnSpLocks/>
          </p:cNvCxnSpPr>
          <p:nvPr/>
        </p:nvCxnSpPr>
        <p:spPr>
          <a:xfrm>
            <a:off x="5806442" y="2545080"/>
            <a:ext cx="55778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1BD7782-4771-CC49-8AB8-26F1A4B8BB24}"/>
              </a:ext>
            </a:extLst>
          </p:cNvPr>
          <p:cNvCxnSpPr>
            <a:cxnSpLocks/>
          </p:cNvCxnSpPr>
          <p:nvPr/>
        </p:nvCxnSpPr>
        <p:spPr>
          <a:xfrm>
            <a:off x="5806442" y="3211910"/>
            <a:ext cx="55778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1881C37-C2EA-B7C8-9BEF-C5F00A83ABBA}"/>
              </a:ext>
            </a:extLst>
          </p:cNvPr>
          <p:cNvCxnSpPr>
            <a:cxnSpLocks/>
          </p:cNvCxnSpPr>
          <p:nvPr/>
        </p:nvCxnSpPr>
        <p:spPr>
          <a:xfrm>
            <a:off x="5806442" y="3779520"/>
            <a:ext cx="55778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24F9FAD-D18D-5D58-72A8-111F039F8089}"/>
              </a:ext>
            </a:extLst>
          </p:cNvPr>
          <p:cNvCxnSpPr>
            <a:cxnSpLocks/>
          </p:cNvCxnSpPr>
          <p:nvPr/>
        </p:nvCxnSpPr>
        <p:spPr>
          <a:xfrm>
            <a:off x="5806442" y="4374914"/>
            <a:ext cx="55778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615670F-E701-0067-4444-42510408CFF6}"/>
              </a:ext>
            </a:extLst>
          </p:cNvPr>
          <p:cNvSpPr txBox="1"/>
          <p:nvPr/>
        </p:nvSpPr>
        <p:spPr>
          <a:xfrm>
            <a:off x="1958340" y="2399336"/>
            <a:ext cx="144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train</a:t>
            </a:r>
            <a:endParaRPr lang="zh-CN" altLang="en-US" sz="3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CFC43F6-1326-A1D9-D6E2-75D8AA6625D5}"/>
              </a:ext>
            </a:extLst>
          </p:cNvPr>
          <p:cNvSpPr txBox="1"/>
          <p:nvPr/>
        </p:nvSpPr>
        <p:spPr>
          <a:xfrm>
            <a:off x="2057403" y="3454632"/>
            <a:ext cx="944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test</a:t>
            </a:r>
            <a:endParaRPr lang="zh-CN" altLang="en-US" sz="3200" dirty="0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2E6A6E1-3021-3ED4-2BB2-60965A216E50}"/>
              </a:ext>
            </a:extLst>
          </p:cNvPr>
          <p:cNvCxnSpPr>
            <a:cxnSpLocks/>
          </p:cNvCxnSpPr>
          <p:nvPr/>
        </p:nvCxnSpPr>
        <p:spPr>
          <a:xfrm>
            <a:off x="6873240" y="1290636"/>
            <a:ext cx="0" cy="30490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8480E98-1079-9B97-65E1-E18DE7DF0636}"/>
              </a:ext>
            </a:extLst>
          </p:cNvPr>
          <p:cNvCxnSpPr>
            <a:cxnSpLocks/>
          </p:cNvCxnSpPr>
          <p:nvPr/>
        </p:nvCxnSpPr>
        <p:spPr>
          <a:xfrm>
            <a:off x="10317480" y="1228683"/>
            <a:ext cx="0" cy="31462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6F789C6-AB48-3435-BECD-A0270EC5B01A}"/>
              </a:ext>
            </a:extLst>
          </p:cNvPr>
          <p:cNvCxnSpPr>
            <a:cxnSpLocks/>
          </p:cNvCxnSpPr>
          <p:nvPr/>
        </p:nvCxnSpPr>
        <p:spPr>
          <a:xfrm>
            <a:off x="8016240" y="1290636"/>
            <a:ext cx="0" cy="31462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5F1BAC3-3373-F328-B36E-B7E72FB965D1}"/>
              </a:ext>
            </a:extLst>
          </p:cNvPr>
          <p:cNvCxnSpPr>
            <a:cxnSpLocks/>
          </p:cNvCxnSpPr>
          <p:nvPr/>
        </p:nvCxnSpPr>
        <p:spPr>
          <a:xfrm>
            <a:off x="9189720" y="1310405"/>
            <a:ext cx="0" cy="31462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866287F5-E175-085D-9CBD-7B346C7C5F7E}"/>
              </a:ext>
            </a:extLst>
          </p:cNvPr>
          <p:cNvSpPr txBox="1"/>
          <p:nvPr/>
        </p:nvSpPr>
        <p:spPr>
          <a:xfrm>
            <a:off x="10439403" y="1320225"/>
            <a:ext cx="944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C000"/>
                </a:solidFill>
              </a:rPr>
              <a:t>test</a:t>
            </a:r>
            <a:endParaRPr lang="zh-CN" altLang="en-US" sz="3200" dirty="0">
              <a:solidFill>
                <a:srgbClr val="FFC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0CC0E30-273C-79F4-E14A-5BFAE2C5BEF1}"/>
              </a:ext>
            </a:extLst>
          </p:cNvPr>
          <p:cNvSpPr txBox="1"/>
          <p:nvPr/>
        </p:nvSpPr>
        <p:spPr>
          <a:xfrm>
            <a:off x="9372604" y="1914821"/>
            <a:ext cx="944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C000"/>
                </a:solidFill>
              </a:rPr>
              <a:t>test</a:t>
            </a:r>
            <a:endParaRPr lang="zh-CN" altLang="en-US" sz="3200" dirty="0">
              <a:solidFill>
                <a:srgbClr val="FFC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74FF9E9-CECD-174D-61CD-4EF333331B76}"/>
              </a:ext>
            </a:extLst>
          </p:cNvPr>
          <p:cNvSpPr txBox="1"/>
          <p:nvPr/>
        </p:nvSpPr>
        <p:spPr>
          <a:xfrm>
            <a:off x="8168644" y="2571363"/>
            <a:ext cx="944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C000"/>
                </a:solidFill>
              </a:rPr>
              <a:t>test</a:t>
            </a:r>
            <a:endParaRPr lang="zh-CN" altLang="en-US" sz="3200" dirty="0">
              <a:solidFill>
                <a:srgbClr val="FFC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F85218-E8CC-4F4D-4CF8-3C4C378AD243}"/>
              </a:ext>
            </a:extLst>
          </p:cNvPr>
          <p:cNvSpPr txBox="1"/>
          <p:nvPr/>
        </p:nvSpPr>
        <p:spPr>
          <a:xfrm>
            <a:off x="7056124" y="3177123"/>
            <a:ext cx="944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C000"/>
                </a:solidFill>
              </a:rPr>
              <a:t>test</a:t>
            </a:r>
            <a:endParaRPr lang="zh-CN" altLang="en-US" sz="3200" dirty="0">
              <a:solidFill>
                <a:srgbClr val="FFC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EAF035F-DCFD-2C30-8F7D-18BC4B2E5ED7}"/>
              </a:ext>
            </a:extLst>
          </p:cNvPr>
          <p:cNvSpPr txBox="1"/>
          <p:nvPr/>
        </p:nvSpPr>
        <p:spPr>
          <a:xfrm>
            <a:off x="5974080" y="3772745"/>
            <a:ext cx="944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C000"/>
                </a:solidFill>
              </a:rPr>
              <a:t>test</a:t>
            </a:r>
            <a:endParaRPr lang="zh-CN" altLang="en-US" sz="3200" dirty="0">
              <a:solidFill>
                <a:srgbClr val="FFC0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A1236AC-284D-E3C5-CEBE-BB6F67D29890}"/>
              </a:ext>
            </a:extLst>
          </p:cNvPr>
          <p:cNvSpPr txBox="1"/>
          <p:nvPr/>
        </p:nvSpPr>
        <p:spPr>
          <a:xfrm>
            <a:off x="579120" y="4790062"/>
            <a:ext cx="4145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Adam:</a:t>
            </a:r>
            <a:r>
              <a:rPr lang="zh-CN" altLang="en-US" dirty="0"/>
              <a:t>数据量小，参数自动调整学习率</a:t>
            </a:r>
            <a:endParaRPr lang="en-US" altLang="zh-CN" dirty="0"/>
          </a:p>
          <a:p>
            <a:r>
              <a:rPr lang="zh-CN" altLang="en-US" dirty="0"/>
              <a:t>防止过拟合：正则化：权重衰减</a:t>
            </a:r>
            <a:endParaRPr lang="en-US" altLang="zh-CN" dirty="0"/>
          </a:p>
          <a:p>
            <a:r>
              <a:rPr lang="zh-CN" altLang="en-US" dirty="0"/>
              <a:t>损失函数：二分类任务：</a:t>
            </a:r>
            <a:r>
              <a:rPr lang="en-US" altLang="zh-CN" dirty="0"/>
              <a:t>BCE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2472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53BEC79F-8F69-E891-095F-41416414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2E5C822-4F23-AFB2-399B-D8C60CD04B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2026.9.19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ed by OfficePLUS">
  <a:themeElements>
    <a:clrScheme name="自定义 248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2F2F2F"/>
      </a:accent1>
      <a:accent2>
        <a:srgbClr val="2F2F2F"/>
      </a:accent2>
      <a:accent3>
        <a:srgbClr val="2F2F2F"/>
      </a:accent3>
      <a:accent4>
        <a:srgbClr val="2F2F2F"/>
      </a:accent4>
      <a:accent5>
        <a:srgbClr val="2F2F2F"/>
      </a:accent5>
      <a:accent6>
        <a:srgbClr val="2F2F2F"/>
      </a:accent6>
      <a:hlink>
        <a:srgbClr val="5BA3EB"/>
      </a:hlink>
      <a:folHlink>
        <a:srgbClr val="979797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97934b4b-eba6-486d-bfc1-4b8e3fe39092" xsi:nil="true"/>
    <_ip_UnifiedCompliancePolicyProperties xmlns="http://schemas.microsoft.com/sharepoint/v3" xsi:nil="true"/>
    <lcf76f155ced4ddcb4097134ff3c332f xmlns="0a5c0dea-e5d7-4228-9256-3793bb42faa5">
      <Terms xmlns="http://schemas.microsoft.com/office/infopath/2007/PartnerControls"/>
    </lcf76f155ced4ddcb4097134ff3c332f>
    <OneNoteFluid_FileOrder xmlns="0a5c0dea-e5d7-4228-9256-3793bb42fa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D1443A8EF62DE444B1FF07917E22EF72" ma:contentTypeVersion="20" ma:contentTypeDescription="新建文档。" ma:contentTypeScope="" ma:versionID="806cb1e9b56a23dcff22d77d2fc835de">
  <xsd:schema xmlns:xsd="http://www.w3.org/2001/XMLSchema" xmlns:xs="http://www.w3.org/2001/XMLSchema" xmlns:p="http://schemas.microsoft.com/office/2006/metadata/properties" xmlns:ns1="http://schemas.microsoft.com/sharepoint/v3" xmlns:ns2="0a5c0dea-e5d7-4228-9256-3793bb42faa5" xmlns:ns3="97934b4b-eba6-486d-bfc1-4b8e3fe39092" targetNamespace="http://schemas.microsoft.com/office/2006/metadata/properties" ma:root="true" ma:fieldsID="19411a69e2236232fe48666fa0ee528c" ns1:_="" ns2:_="" ns3:_="">
    <xsd:import namespace="http://schemas.microsoft.com/sharepoint/v3"/>
    <xsd:import namespace="0a5c0dea-e5d7-4228-9256-3793bb42faa5"/>
    <xsd:import namespace="97934b4b-eba6-486d-bfc1-4b8e3fe39092"/>
    <xsd:element name="properties">
      <xsd:complexType>
        <xsd:sequence>
          <xsd:element name="documentManagement">
            <xsd:complexType>
              <xsd:all>
                <xsd:element ref="ns2:OneNoteFluid_FileOrd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统一合规性策略属性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统一合规性策略 UI 操作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c0dea-e5d7-4228-9256-3793bb42faa5" elementFormDefault="qualified">
    <xsd:import namespace="http://schemas.microsoft.com/office/2006/documentManagement/types"/>
    <xsd:import namespace="http://schemas.microsoft.com/office/infopath/2007/PartnerControls"/>
    <xsd:element name="OneNoteFluid_FileOrder" ma:index="8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图像标记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34b4b-eba6-486d-bfc1-4b8e3fe39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885aa0b-334b-483f-9125-6409c6335a4b}" ma:internalName="TaxCatchAll" ma:showField="CatchAllData" ma:web="97934b4b-eba6-486d-bfc1-4b8e3fe39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ECB9A6-5708-4D5B-AD1B-C4C1DAB09F7A}">
  <ds:schemaRefs/>
</ds:datastoreItem>
</file>

<file path=customXml/itemProps2.xml><?xml version="1.0" encoding="utf-8"?>
<ds:datastoreItem xmlns:ds="http://schemas.openxmlformats.org/officeDocument/2006/customXml" ds:itemID="{E5352534-1DC7-4E81-B89F-1D89D36D768A}">
  <ds:schemaRefs/>
</ds:datastoreItem>
</file>

<file path=customXml/itemProps3.xml><?xml version="1.0" encoding="utf-8"?>
<ds:datastoreItem xmlns:ds="http://schemas.openxmlformats.org/officeDocument/2006/customXml" ds:itemID="{DC9E93D6-4BAD-4D8F-8620-61824838ED6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585</Words>
  <Application>Microsoft Office PowerPoint</Application>
  <PresentationFormat>宽屏</PresentationFormat>
  <Paragraphs>88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微软雅黑</vt:lpstr>
      <vt:lpstr>Arial</vt:lpstr>
      <vt:lpstr>Cambria Math</vt:lpstr>
      <vt:lpstr>Designed by OfficePLUS</vt:lpstr>
      <vt:lpstr>CNN [Convolution Neural Network] </vt:lpstr>
      <vt:lpstr>CNN用途</vt:lpstr>
      <vt:lpstr>Input Image 1.以MNIST为例：二进制转矩阵  </vt:lpstr>
      <vt:lpstr>Input Image 1.以MNIST为例：二进制转矩阵</vt:lpstr>
      <vt:lpstr>Input Image 1.以MNIST为例：二进制转矩阵</vt:lpstr>
      <vt:lpstr>Convolution Layer[卷积层]</vt:lpstr>
      <vt:lpstr>Convolution Layer[卷积层]+Activation Layer[激活层]</vt:lpstr>
      <vt:lpstr>Pooling Layer[池化层]</vt:lpstr>
      <vt:lpstr>Flatten layer[展平层]</vt:lpstr>
      <vt:lpstr>Fully Coonected[全连接层]</vt:lpstr>
      <vt:lpstr>softmax[激活层]</vt:lpstr>
      <vt:lpstr>损失函数</vt:lpstr>
      <vt:lpstr>反向传播</vt:lpstr>
      <vt:lpstr>CNN与MLP的区别——以cifar10数据集为例</vt:lpstr>
      <vt:lpstr>基于 CIFAR-10 不平衡二分类任务的五折交叉验证</vt:lpstr>
      <vt:lpstr>over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罒夕 LUO</cp:lastModifiedBy>
  <cp:revision>20</cp:revision>
  <dcterms:created xsi:type="dcterms:W3CDTF">2023-06-05T05:58:00Z</dcterms:created>
  <dcterms:modified xsi:type="dcterms:W3CDTF">2026-09-19T03:23:50Z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0x010100D1443A8EF62DE444B1FF07917E22EF72</vt:lpwstr>
  </property>
  <property fmtid="{D5CDD505-2E9C-101B-9397-08002B2CF9AE}" pid="3" name="MediaServiceImageTags">
    <vt:lpwstr/>
  </property>
  <property fmtid="{D5CDD505-2E9C-101B-9397-08002B2CF9AE}" pid="4" name="ICV">
    <vt:lpwstr>D3C543A0602F4DA8AF9622E0276390B8_12</vt:lpwstr>
  </property>
  <property fmtid="{D5CDD505-2E9C-101B-9397-08002B2CF9AE}" pid="5" name="KSOProductBuildVer">
    <vt:lpwstr>2052-12.1.0.21541</vt:lpwstr>
  </property>
</Properties>
</file>